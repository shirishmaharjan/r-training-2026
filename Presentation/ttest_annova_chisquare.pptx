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0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04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5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9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9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14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5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9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8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3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0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88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2710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17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72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92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8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0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C6D071-63EE-4977-AD9F-EC0D9D1393D0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02E60-840F-4D6E-981D-789659FBD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176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6DD8-914D-481F-BDAD-F5356EC8D5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BB278-B695-4783-A6F6-3F5D6C1A86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5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2CCB19-A563-4752-A595-D26A166AF4DF}"/>
              </a:ext>
            </a:extLst>
          </p:cNvPr>
          <p:cNvSpPr txBox="1"/>
          <p:nvPr/>
        </p:nvSpPr>
        <p:spPr>
          <a:xfrm>
            <a:off x="715617" y="596348"/>
            <a:ext cx="1030687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1. t-test:</a:t>
            </a:r>
            <a:endParaRPr lang="en-US" sz="2800" dirty="0"/>
          </a:p>
          <a:p>
            <a:r>
              <a:rPr lang="en-US" sz="2800" dirty="0"/>
              <a:t>A t-test is used to compare the means of two groups to determine if they are statistically different from each other.</a:t>
            </a:r>
          </a:p>
          <a:p>
            <a:endParaRPr lang="en-US" sz="2800" dirty="0"/>
          </a:p>
          <a:p>
            <a:r>
              <a:rPr lang="en-US" sz="2800" b="1" dirty="0"/>
              <a:t>Example:</a:t>
            </a:r>
            <a:r>
              <a:rPr lang="en-US" sz="2800" dirty="0"/>
              <a:t> Let's say we want to compare the exam scores of two different classes, Class A and Class B, to see if there's a significant difference in their performance.</a:t>
            </a:r>
          </a:p>
          <a:p>
            <a:r>
              <a:rPr lang="en-US" sz="2800" dirty="0"/>
              <a:t>Class A scores: 85, 90, 88, 92, 87</a:t>
            </a:r>
          </a:p>
          <a:p>
            <a:r>
              <a:rPr lang="en-US" sz="2800" dirty="0"/>
              <a:t>Class B scores: 78, 82, 80, 85, 79</a:t>
            </a:r>
          </a:p>
          <a:p>
            <a:endParaRPr lang="en-US" sz="2800" dirty="0"/>
          </a:p>
          <a:p>
            <a:r>
              <a:rPr lang="en-US" sz="2800" dirty="0"/>
              <a:t>We can perform a t-test to determine if there's a significant difference in the average scores between the two classes.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68490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995890-AA74-4243-BA50-B1B108F17004}"/>
              </a:ext>
            </a:extLst>
          </p:cNvPr>
          <p:cNvSpPr txBox="1"/>
          <p:nvPr/>
        </p:nvSpPr>
        <p:spPr>
          <a:xfrm>
            <a:off x="357809" y="119269"/>
            <a:ext cx="1103243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2. ANOVA (Analysis of Variance):</a:t>
            </a:r>
            <a:endParaRPr lang="en-US" sz="2800" dirty="0"/>
          </a:p>
          <a:p>
            <a:r>
              <a:rPr lang="en-US" sz="2800" dirty="0"/>
              <a:t>ANOVA is used to compare the means of three or more groups to determine if there are statistically significant differences between them.</a:t>
            </a:r>
          </a:p>
          <a:p>
            <a:endParaRPr lang="en-US" sz="2800" dirty="0"/>
          </a:p>
          <a:p>
            <a:r>
              <a:rPr lang="en-US" sz="2800" b="1" dirty="0"/>
              <a:t>Example:</a:t>
            </a:r>
            <a:r>
              <a:rPr lang="en-US" sz="2800" dirty="0"/>
              <a:t> Suppose we want to compare the effectiveness of three different teaching methods (Method 1, Method 2, and Method 3) on exam scores.</a:t>
            </a:r>
          </a:p>
          <a:p>
            <a:r>
              <a:rPr lang="en-US" sz="2800" dirty="0"/>
              <a:t>Method 1 scores: 85, 88, 90, 84, 87</a:t>
            </a:r>
          </a:p>
          <a:p>
            <a:r>
              <a:rPr lang="en-US" sz="2800" dirty="0"/>
              <a:t>Method 2 scores: 78, 82, 80, 85, 79</a:t>
            </a:r>
          </a:p>
          <a:p>
            <a:r>
              <a:rPr lang="en-US" sz="2800" dirty="0"/>
              <a:t>Method 3 scores: 92, 94, 89, 93, 90</a:t>
            </a:r>
          </a:p>
          <a:p>
            <a:endParaRPr lang="en-US" sz="2800" dirty="0"/>
          </a:p>
          <a:p>
            <a:r>
              <a:rPr lang="en-US" sz="2800" dirty="0"/>
              <a:t>We can use ANOVA to determine if there's a significant difference in the average scores between the three teaching methods.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3552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FB58FD-48FC-4FE8-9BA4-862CDEC356C2}"/>
              </a:ext>
            </a:extLst>
          </p:cNvPr>
          <p:cNvSpPr txBox="1"/>
          <p:nvPr/>
        </p:nvSpPr>
        <p:spPr>
          <a:xfrm>
            <a:off x="258417" y="526774"/>
            <a:ext cx="110920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3. Chi-square test:</a:t>
            </a:r>
            <a:endParaRPr lang="en-US" sz="2400" dirty="0"/>
          </a:p>
          <a:p>
            <a:r>
              <a:rPr lang="en-US" sz="2400" dirty="0"/>
              <a:t>The chi-square test is used to determine whether there is a significant association between two categorical variables.</a:t>
            </a:r>
          </a:p>
          <a:p>
            <a:endParaRPr lang="en-US" sz="2400" dirty="0"/>
          </a:p>
          <a:p>
            <a:r>
              <a:rPr lang="en-US" sz="2400" b="1" dirty="0"/>
              <a:t>Example:</a:t>
            </a:r>
            <a:r>
              <a:rPr lang="en-US" sz="2400" dirty="0"/>
              <a:t> Let's say we want to test whether there's a significant association between gender (male/female) and voting preference</a:t>
            </a:r>
          </a:p>
          <a:p>
            <a:endParaRPr lang="en-US" sz="2400" dirty="0"/>
          </a:p>
          <a:p>
            <a:r>
              <a:rPr lang="en-US" sz="2400" dirty="0"/>
              <a:t> (candidate A, candidate B, or undecided).</a:t>
            </a:r>
          </a:p>
          <a:p>
            <a:r>
              <a:rPr lang="en-US" sz="2400" dirty="0"/>
              <a:t>Male: A (30), B (20), Undecided (10)</a:t>
            </a:r>
          </a:p>
          <a:p>
            <a:r>
              <a:rPr lang="en-US" sz="2400" dirty="0"/>
              <a:t>Female: A (25), B (35), Undecided (15)</a:t>
            </a:r>
          </a:p>
          <a:p>
            <a:r>
              <a:rPr lang="en-US" sz="2400" dirty="0"/>
              <a:t>We can use the chi-square test to determine if there's a significant association between gender and voting preference.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01845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330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4</cp:revision>
  <dcterms:created xsi:type="dcterms:W3CDTF">2024-03-27T02:38:22Z</dcterms:created>
  <dcterms:modified xsi:type="dcterms:W3CDTF">2024-03-27T02:40:49Z</dcterms:modified>
</cp:coreProperties>
</file>