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5"/>
  </p:notesMasterIdLst>
  <p:sldIdLst>
    <p:sldId id="258" r:id="rId2"/>
    <p:sldId id="316" r:id="rId3"/>
    <p:sldId id="317" r:id="rId4"/>
    <p:sldId id="319" r:id="rId5"/>
    <p:sldId id="257" r:id="rId6"/>
    <p:sldId id="260" r:id="rId7"/>
    <p:sldId id="283" r:id="rId8"/>
    <p:sldId id="264" r:id="rId9"/>
    <p:sldId id="265" r:id="rId10"/>
    <p:sldId id="266" r:id="rId11"/>
    <p:sldId id="273" r:id="rId12"/>
    <p:sldId id="277" r:id="rId13"/>
    <p:sldId id="278" r:id="rId14"/>
  </p:sldIdLst>
  <p:sldSz cx="12192000" cy="6858000"/>
  <p:notesSz cx="6858000" cy="9144000"/>
  <p:embeddedFontLst>
    <p:embeddedFont>
      <p:font typeface="Century Gothic" panose="020B0502020202020204" pitchFamily="34" charset="0"/>
      <p:regular r:id="rId16"/>
      <p:bold r:id="rId17"/>
      <p:italic r:id="rId18"/>
      <p:boldItalic r:id="rId1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9AA0A6"/>
          </p15:clr>
        </p15:guide>
        <p15:guide id="2" pos="3840">
          <p15:clr>
            <a:srgbClr val="9AA0A6"/>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7" roundtripDataSignature="AMtx7mhGiho7JJKjKpvLbKBQxPV/83SQ/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7" d="100"/>
          <a:sy n="107" d="100"/>
        </p:scale>
        <p:origin x="714" y="11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39" Type="http://schemas.openxmlformats.org/officeDocument/2006/relationships/viewProps" Target="viewProps.xml"/><Relationship Id="rId3" Type="http://schemas.openxmlformats.org/officeDocument/2006/relationships/slide" Target="slides/slide2.xml"/><Relationship Id="rId42"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38"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1.fntdata"/><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7" Type="http://customschemas.google.com/relationships/presentationmetadata" Target="metadata"/><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irish Maharjan" userId="3d95ef87-6cf4-4879-a2bd-4c5dbbbb8b5d" providerId="ADAL" clId="{2113396A-05B9-4102-AF53-311D5B5AC59E}"/>
    <pc:docChg chg="custSel modSld">
      <pc:chgData name="Shirish Maharjan" userId="3d95ef87-6cf4-4879-a2bd-4c5dbbbb8b5d" providerId="ADAL" clId="{2113396A-05B9-4102-AF53-311D5B5AC59E}" dt="2026-04-29T08:41:45.634" v="314" actId="20577"/>
      <pc:docMkLst>
        <pc:docMk/>
      </pc:docMkLst>
      <pc:sldChg chg="delSp modSp">
        <pc:chgData name="Shirish Maharjan" userId="3d95ef87-6cf4-4879-a2bd-4c5dbbbb8b5d" providerId="ADAL" clId="{2113396A-05B9-4102-AF53-311D5B5AC59E}" dt="2026-04-29T08:35:48.050" v="83" actId="20577"/>
        <pc:sldMkLst>
          <pc:docMk/>
          <pc:sldMk cId="0" sldId="258"/>
        </pc:sldMkLst>
        <pc:spChg chg="mod">
          <ac:chgData name="Shirish Maharjan" userId="3d95ef87-6cf4-4879-a2bd-4c5dbbbb8b5d" providerId="ADAL" clId="{2113396A-05B9-4102-AF53-311D5B5AC59E}" dt="2026-04-29T08:35:39.975" v="81" actId="1076"/>
          <ac:spMkLst>
            <pc:docMk/>
            <pc:sldMk cId="0" sldId="258"/>
            <ac:spMk id="3" creationId="{C841E276-4307-4706-842C-B1BAD0237BF5}"/>
          </ac:spMkLst>
        </pc:spChg>
        <pc:spChg chg="mod">
          <ac:chgData name="Shirish Maharjan" userId="3d95ef87-6cf4-4879-a2bd-4c5dbbbb8b5d" providerId="ADAL" clId="{2113396A-05B9-4102-AF53-311D5B5AC59E}" dt="2026-04-29T08:35:48.050" v="83" actId="20577"/>
          <ac:spMkLst>
            <pc:docMk/>
            <pc:sldMk cId="0" sldId="258"/>
            <ac:spMk id="158" creationId="{00000000-0000-0000-0000-000000000000}"/>
          </ac:spMkLst>
        </pc:spChg>
        <pc:picChg chg="del">
          <ac:chgData name="Shirish Maharjan" userId="3d95ef87-6cf4-4879-a2bd-4c5dbbbb8b5d" providerId="ADAL" clId="{2113396A-05B9-4102-AF53-311D5B5AC59E}" dt="2026-04-29T08:34:24.548" v="0" actId="478"/>
          <ac:picMkLst>
            <pc:docMk/>
            <pc:sldMk cId="0" sldId="258"/>
            <ac:picMk id="4" creationId="{14F97834-2195-4011-822A-4AC16B3679B9}"/>
          </ac:picMkLst>
        </pc:picChg>
      </pc:sldChg>
      <pc:sldChg chg="addSp delSp modSp">
        <pc:chgData name="Shirish Maharjan" userId="3d95ef87-6cf4-4879-a2bd-4c5dbbbb8b5d" providerId="ADAL" clId="{2113396A-05B9-4102-AF53-311D5B5AC59E}" dt="2026-04-29T08:41:45.634" v="314" actId="20577"/>
        <pc:sldMkLst>
          <pc:docMk/>
          <pc:sldMk cId="0" sldId="316"/>
        </pc:sldMkLst>
        <pc:spChg chg="add mod">
          <ac:chgData name="Shirish Maharjan" userId="3d95ef87-6cf4-4879-a2bd-4c5dbbbb8b5d" providerId="ADAL" clId="{2113396A-05B9-4102-AF53-311D5B5AC59E}" dt="2026-04-29T08:40:21.666" v="304" actId="1076"/>
          <ac:spMkLst>
            <pc:docMk/>
            <pc:sldMk cId="0" sldId="316"/>
            <ac:spMk id="6" creationId="{E2312B56-6408-466B-B626-C938123580FD}"/>
          </ac:spMkLst>
        </pc:spChg>
        <pc:spChg chg="mod">
          <ac:chgData name="Shirish Maharjan" userId="3d95ef87-6cf4-4879-a2bd-4c5dbbbb8b5d" providerId="ADAL" clId="{2113396A-05B9-4102-AF53-311D5B5AC59E}" dt="2026-04-29T08:41:45.634" v="314" actId="20577"/>
          <ac:spMkLst>
            <pc:docMk/>
            <pc:sldMk cId="0" sldId="316"/>
            <ac:spMk id="166" creationId="{00000000-0000-0000-0000-000000000000}"/>
          </ac:spMkLst>
        </pc:spChg>
        <pc:spChg chg="del">
          <ac:chgData name="Shirish Maharjan" userId="3d95ef87-6cf4-4879-a2bd-4c5dbbbb8b5d" providerId="ADAL" clId="{2113396A-05B9-4102-AF53-311D5B5AC59E}" dt="2026-04-29T08:36:36.128" v="136" actId="478"/>
          <ac:spMkLst>
            <pc:docMk/>
            <pc:sldMk cId="0" sldId="316"/>
            <ac:spMk id="167" creationId="{00000000-0000-0000-0000-000000000000}"/>
          </ac:spMkLst>
        </pc:spChg>
        <pc:picChg chg="add del mod">
          <ac:chgData name="Shirish Maharjan" userId="3d95ef87-6cf4-4879-a2bd-4c5dbbbb8b5d" providerId="ADAL" clId="{2113396A-05B9-4102-AF53-311D5B5AC59E}" dt="2026-04-29T08:39:19.730" v="290" actId="478"/>
          <ac:picMkLst>
            <pc:docMk/>
            <pc:sldMk cId="0" sldId="316"/>
            <ac:picMk id="3" creationId="{C7D47C2F-129D-4A12-831E-EA64BC97C817}"/>
          </ac:picMkLst>
        </pc:picChg>
        <pc:picChg chg="add mod">
          <ac:chgData name="Shirish Maharjan" userId="3d95ef87-6cf4-4879-a2bd-4c5dbbbb8b5d" providerId="ADAL" clId="{2113396A-05B9-4102-AF53-311D5B5AC59E}" dt="2026-04-29T08:39:42.569" v="296" actId="1076"/>
          <ac:picMkLst>
            <pc:docMk/>
            <pc:sldMk cId="0" sldId="316"/>
            <ac:picMk id="5" creationId="{A800CB6B-861C-4517-A196-00183D75554A}"/>
          </ac:picMkLst>
        </pc:picChg>
        <pc:picChg chg="del">
          <ac:chgData name="Shirish Maharjan" userId="3d95ef87-6cf4-4879-a2bd-4c5dbbbb8b5d" providerId="ADAL" clId="{2113396A-05B9-4102-AF53-311D5B5AC59E}" dt="2026-04-29T08:36:34.787" v="135" actId="478"/>
          <ac:picMkLst>
            <pc:docMk/>
            <pc:sldMk cId="0" sldId="316"/>
            <ac:picMk id="165" creationId="{00000000-0000-0000-0000-000000000000}"/>
          </ac:picMkLst>
        </pc:picChg>
      </pc:sldChg>
      <pc:sldChg chg="addSp delSp modSp">
        <pc:chgData name="Shirish Maharjan" userId="3d95ef87-6cf4-4879-a2bd-4c5dbbbb8b5d" providerId="ADAL" clId="{2113396A-05B9-4102-AF53-311D5B5AC59E}" dt="2026-04-29T08:41:22.197" v="307" actId="1076"/>
        <pc:sldMkLst>
          <pc:docMk/>
          <pc:sldMk cId="1137636257" sldId="317"/>
        </pc:sldMkLst>
        <pc:picChg chg="add mod">
          <ac:chgData name="Shirish Maharjan" userId="3d95ef87-6cf4-4879-a2bd-4c5dbbbb8b5d" providerId="ADAL" clId="{2113396A-05B9-4102-AF53-311D5B5AC59E}" dt="2026-04-29T08:41:22.197" v="307" actId="1076"/>
          <ac:picMkLst>
            <pc:docMk/>
            <pc:sldMk cId="1137636257" sldId="317"/>
            <ac:picMk id="2" creationId="{48967A43-B182-469C-ABD8-88BC1B3D0472}"/>
          </ac:picMkLst>
        </pc:picChg>
        <pc:picChg chg="del">
          <ac:chgData name="Shirish Maharjan" userId="3d95ef87-6cf4-4879-a2bd-4c5dbbbb8b5d" providerId="ADAL" clId="{2113396A-05B9-4102-AF53-311D5B5AC59E}" dt="2026-04-29T08:40:30.483" v="305" actId="478"/>
          <ac:picMkLst>
            <pc:docMk/>
            <pc:sldMk cId="1137636257" sldId="317"/>
            <ac:picMk id="4" creationId="{F97BB54B-B6E5-4110-A402-7A65A7A30E93}"/>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6" name="Google Shape;156;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3" name="Google Shape;163;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g14641f477ba_1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0" name="Google Shape;150;g14641f477ba_1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0" name="Google Shape;170;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1" name="Google Shape;201;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3" name="Google Shape;213;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9" name="Google Shape;219;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1" name="Google Shape;261;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gfe1e1d453a_0_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4" name="Google Shape;284;gfe1e1d453a_0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gfe1e1d453a_0_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0" name="Google Shape;290;gfe1e1d453a_0_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18"/>
          <p:cNvSpPr txBox="1">
            <a:spLocks noGrp="1"/>
          </p:cNvSpPr>
          <p:nvPr>
            <p:ph type="ctrTitle"/>
          </p:nvPr>
        </p:nvSpPr>
        <p:spPr>
          <a:xfrm>
            <a:off x="1154955" y="1447800"/>
            <a:ext cx="8825658" cy="3329581"/>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Clr>
                <a:schemeClr val="lt2"/>
              </a:buClr>
              <a:buSzPts val="7200"/>
              <a:buFont typeface="Century Gothic"/>
              <a:buNone/>
              <a:defRPr sz="7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18"/>
          <p:cNvSpPr txBox="1">
            <a:spLocks noGrp="1"/>
          </p:cNvSpPr>
          <p:nvPr>
            <p:ph type="subTitle" idx="1"/>
          </p:nvPr>
        </p:nvSpPr>
        <p:spPr>
          <a:xfrm>
            <a:off x="1154955" y="4777380"/>
            <a:ext cx="8825658" cy="861420"/>
          </a:xfrm>
          <a:prstGeom prst="rect">
            <a:avLst/>
          </a:prstGeom>
          <a:noFill/>
          <a:ln>
            <a:noFill/>
          </a:ln>
        </p:spPr>
        <p:txBody>
          <a:bodyPr spcFirstLastPara="1" wrap="square" lIns="91425" tIns="45700" rIns="91425" bIns="45700" anchor="t" anchorCtr="0">
            <a:normAutofit/>
          </a:bodyPr>
          <a:lstStyle>
            <a:lvl1pPr lvl="0" algn="l">
              <a:spcBef>
                <a:spcPts val="1000"/>
              </a:spcBef>
              <a:spcAft>
                <a:spcPts val="0"/>
              </a:spcAft>
              <a:buSzPts val="1600"/>
              <a:buNone/>
              <a:defRPr cap="none">
                <a:solidFill>
                  <a:srgbClr val="86D1D8"/>
                </a:solidFill>
              </a:defRPr>
            </a:lvl1pPr>
            <a:lvl2pPr lvl="1" algn="ctr">
              <a:spcBef>
                <a:spcPts val="1000"/>
              </a:spcBef>
              <a:spcAft>
                <a:spcPts val="0"/>
              </a:spcAft>
              <a:buSzPts val="1440"/>
              <a:buNone/>
              <a:defRPr>
                <a:solidFill>
                  <a:schemeClr val="lt1"/>
                </a:solidFill>
              </a:defRPr>
            </a:lvl2pPr>
            <a:lvl3pPr lvl="2" algn="ctr">
              <a:spcBef>
                <a:spcPts val="1000"/>
              </a:spcBef>
              <a:spcAft>
                <a:spcPts val="0"/>
              </a:spcAft>
              <a:buSzPts val="1280"/>
              <a:buNone/>
              <a:defRPr>
                <a:solidFill>
                  <a:schemeClr val="lt1"/>
                </a:solidFill>
              </a:defRPr>
            </a:lvl3pPr>
            <a:lvl4pPr lvl="3" algn="ctr">
              <a:spcBef>
                <a:spcPts val="1000"/>
              </a:spcBef>
              <a:spcAft>
                <a:spcPts val="0"/>
              </a:spcAft>
              <a:buSzPts val="1120"/>
              <a:buNone/>
              <a:defRPr>
                <a:solidFill>
                  <a:schemeClr val="lt1"/>
                </a:solidFill>
              </a:defRPr>
            </a:lvl4pPr>
            <a:lvl5pPr lvl="4" algn="ctr">
              <a:spcBef>
                <a:spcPts val="1000"/>
              </a:spcBef>
              <a:spcAft>
                <a:spcPts val="0"/>
              </a:spcAft>
              <a:buSzPts val="1120"/>
              <a:buNone/>
              <a:defRPr>
                <a:solidFill>
                  <a:schemeClr val="lt1"/>
                </a:solidFill>
              </a:defRPr>
            </a:lvl5pPr>
            <a:lvl6pPr lvl="5" algn="ctr">
              <a:spcBef>
                <a:spcPts val="1000"/>
              </a:spcBef>
              <a:spcAft>
                <a:spcPts val="0"/>
              </a:spcAft>
              <a:buSzPts val="1120"/>
              <a:buNone/>
              <a:defRPr>
                <a:solidFill>
                  <a:schemeClr val="lt1"/>
                </a:solidFill>
              </a:defRPr>
            </a:lvl6pPr>
            <a:lvl7pPr lvl="6" algn="ctr">
              <a:spcBef>
                <a:spcPts val="1000"/>
              </a:spcBef>
              <a:spcAft>
                <a:spcPts val="0"/>
              </a:spcAft>
              <a:buSzPts val="1120"/>
              <a:buNone/>
              <a:defRPr>
                <a:solidFill>
                  <a:schemeClr val="lt1"/>
                </a:solidFill>
              </a:defRPr>
            </a:lvl7pPr>
            <a:lvl8pPr lvl="7" algn="ctr">
              <a:spcBef>
                <a:spcPts val="1000"/>
              </a:spcBef>
              <a:spcAft>
                <a:spcPts val="0"/>
              </a:spcAft>
              <a:buSzPts val="1120"/>
              <a:buNone/>
              <a:defRPr>
                <a:solidFill>
                  <a:schemeClr val="lt1"/>
                </a:solidFill>
              </a:defRPr>
            </a:lvl8pPr>
            <a:lvl9pPr lvl="8" algn="ctr">
              <a:spcBef>
                <a:spcPts val="1000"/>
              </a:spcBef>
              <a:spcAft>
                <a:spcPts val="0"/>
              </a:spcAft>
              <a:buSzPts val="1120"/>
              <a:buNone/>
              <a:defRPr>
                <a:solidFill>
                  <a:schemeClr val="lt1"/>
                </a:solidFill>
              </a:defRPr>
            </a:lvl9pPr>
          </a:lstStyle>
          <a:p>
            <a:endParaRPr/>
          </a:p>
        </p:txBody>
      </p:sp>
      <p:sp>
        <p:nvSpPr>
          <p:cNvPr id="20" name="Google Shape;20;p18"/>
          <p:cNvSpPr txBox="1">
            <a:spLocks noGrp="1"/>
          </p:cNvSpPr>
          <p:nvPr>
            <p:ph type="dt" idx="10"/>
          </p:nvPr>
        </p:nvSpPr>
        <p:spPr>
          <a:xfrm rot="5400000">
            <a:off x="10155639" y="1790701"/>
            <a:ext cx="990599" cy="304799"/>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18"/>
          <p:cNvSpPr txBox="1">
            <a:spLocks noGrp="1"/>
          </p:cNvSpPr>
          <p:nvPr>
            <p:ph type="ftr" idx="11"/>
          </p:nvPr>
        </p:nvSpPr>
        <p:spPr>
          <a:xfrm rot="5400000">
            <a:off x="8951573" y="3225297"/>
            <a:ext cx="3859795" cy="304801"/>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18"/>
          <p:cNvSpPr txBox="1">
            <a:spLocks noGrp="1"/>
          </p:cNvSpPr>
          <p:nvPr>
            <p:ph type="sldNum" idx="12"/>
          </p:nvPr>
        </p:nvSpPr>
        <p:spPr>
          <a:xfrm>
            <a:off x="10352540" y="295729"/>
            <a:ext cx="838199" cy="767687"/>
          </a:xfrm>
          <a:prstGeom prst="rect">
            <a:avLst/>
          </a:prstGeom>
          <a:noFill/>
          <a:ln>
            <a:noFill/>
          </a:ln>
        </p:spPr>
        <p:txBody>
          <a:bodyPr spcFirstLastPara="1" wrap="square" lIns="91425" tIns="45700" rIns="91425" bIns="45700" anchor="b"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19"/>
          <p:cNvSpPr txBox="1">
            <a:spLocks noGrp="1"/>
          </p:cNvSpPr>
          <p:nvPr>
            <p:ph type="title"/>
          </p:nvPr>
        </p:nvSpPr>
        <p:spPr>
          <a:xfrm>
            <a:off x="646111" y="452718"/>
            <a:ext cx="9404723" cy="140053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Clr>
                <a:schemeClr val="lt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19"/>
          <p:cNvSpPr txBox="1">
            <a:spLocks noGrp="1"/>
          </p:cNvSpPr>
          <p:nvPr>
            <p:ph type="body" idx="1"/>
          </p:nvPr>
        </p:nvSpPr>
        <p:spPr>
          <a:xfrm>
            <a:off x="1103312" y="2052918"/>
            <a:ext cx="8946541" cy="4195481"/>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39" algn="l">
              <a:spcBef>
                <a:spcPts val="1000"/>
              </a:spcBef>
              <a:spcAft>
                <a:spcPts val="0"/>
              </a:spcAft>
              <a:buSzPts val="1440"/>
              <a:buChar char="►"/>
              <a:defRPr/>
            </a:lvl3pPr>
            <a:lvl4pPr marL="1828800" lvl="3" indent="-320039" algn="l">
              <a:spcBef>
                <a:spcPts val="1000"/>
              </a:spcBef>
              <a:spcAft>
                <a:spcPts val="0"/>
              </a:spcAft>
              <a:buSzPts val="1440"/>
              <a:buChar char="►"/>
              <a:defRPr/>
            </a:lvl4pPr>
            <a:lvl5pPr marL="2286000" lvl="4" indent="-320039" algn="l">
              <a:spcBef>
                <a:spcPts val="1000"/>
              </a:spcBef>
              <a:spcAft>
                <a:spcPts val="0"/>
              </a:spcAft>
              <a:buSzPts val="1440"/>
              <a:buChar char="►"/>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26" name="Google Shape;26;p19"/>
          <p:cNvSpPr txBox="1">
            <a:spLocks noGrp="1"/>
          </p:cNvSpPr>
          <p:nvPr>
            <p:ph type="dt" idx="10"/>
          </p:nvPr>
        </p:nvSpPr>
        <p:spPr>
          <a:xfrm rot="5400000">
            <a:off x="10155639" y="1790701"/>
            <a:ext cx="990599" cy="304799"/>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19"/>
          <p:cNvSpPr txBox="1">
            <a:spLocks noGrp="1"/>
          </p:cNvSpPr>
          <p:nvPr>
            <p:ph type="ftr" idx="11"/>
          </p:nvPr>
        </p:nvSpPr>
        <p:spPr>
          <a:xfrm rot="5400000">
            <a:off x="8951573" y="3225297"/>
            <a:ext cx="3859795" cy="304801"/>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19"/>
          <p:cNvSpPr txBox="1">
            <a:spLocks noGrp="1"/>
          </p:cNvSpPr>
          <p:nvPr>
            <p:ph type="sldNum" idx="12"/>
          </p:nvPr>
        </p:nvSpPr>
        <p:spPr>
          <a:xfrm>
            <a:off x="10352540" y="295729"/>
            <a:ext cx="838199" cy="767687"/>
          </a:xfrm>
          <a:prstGeom prst="rect">
            <a:avLst/>
          </a:prstGeom>
          <a:noFill/>
          <a:ln>
            <a:noFill/>
          </a:ln>
        </p:spPr>
        <p:txBody>
          <a:bodyPr spcFirstLastPara="1" wrap="square" lIns="91425" tIns="45700" rIns="91425" bIns="45700" anchor="b"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20"/>
          <p:cNvSpPr txBox="1">
            <a:spLocks noGrp="1"/>
          </p:cNvSpPr>
          <p:nvPr>
            <p:ph type="title"/>
          </p:nvPr>
        </p:nvSpPr>
        <p:spPr>
          <a:xfrm>
            <a:off x="1154956" y="2861733"/>
            <a:ext cx="8825657" cy="1915647"/>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Clr>
                <a:schemeClr val="lt2"/>
              </a:buClr>
              <a:buSzPts val="4000"/>
              <a:buFont typeface="Century Gothic"/>
              <a:buNone/>
              <a:defRPr sz="40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20"/>
          <p:cNvSpPr txBox="1">
            <a:spLocks noGrp="1"/>
          </p:cNvSpPr>
          <p:nvPr>
            <p:ph type="body" idx="1"/>
          </p:nvPr>
        </p:nvSpPr>
        <p:spPr>
          <a:xfrm>
            <a:off x="1154955" y="4777381"/>
            <a:ext cx="8825658" cy="860400"/>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600"/>
              <a:buNone/>
              <a:defRPr sz="2000" cap="none">
                <a:solidFill>
                  <a:srgbClr val="86D1D8"/>
                </a:solidFill>
              </a:defRPr>
            </a:lvl1pPr>
            <a:lvl2pPr marL="914400" lvl="1" indent="-228600" algn="l">
              <a:spcBef>
                <a:spcPts val="1000"/>
              </a:spcBef>
              <a:spcAft>
                <a:spcPts val="0"/>
              </a:spcAft>
              <a:buSzPts val="1440"/>
              <a:buNone/>
              <a:defRPr sz="1800">
                <a:solidFill>
                  <a:schemeClr val="lt1"/>
                </a:solidFill>
              </a:defRPr>
            </a:lvl2pPr>
            <a:lvl3pPr marL="1371600" lvl="2" indent="-228600" algn="l">
              <a:spcBef>
                <a:spcPts val="1000"/>
              </a:spcBef>
              <a:spcAft>
                <a:spcPts val="0"/>
              </a:spcAft>
              <a:buSzPts val="1280"/>
              <a:buNone/>
              <a:defRPr sz="1600">
                <a:solidFill>
                  <a:schemeClr val="lt1"/>
                </a:solidFill>
              </a:defRPr>
            </a:lvl3pPr>
            <a:lvl4pPr marL="1828800" lvl="3" indent="-228600" algn="l">
              <a:spcBef>
                <a:spcPts val="1000"/>
              </a:spcBef>
              <a:spcAft>
                <a:spcPts val="0"/>
              </a:spcAft>
              <a:buSzPts val="1120"/>
              <a:buNone/>
              <a:defRPr sz="1400">
                <a:solidFill>
                  <a:schemeClr val="lt1"/>
                </a:solidFill>
              </a:defRPr>
            </a:lvl4pPr>
            <a:lvl5pPr marL="2286000" lvl="4" indent="-228600" algn="l">
              <a:spcBef>
                <a:spcPts val="1000"/>
              </a:spcBef>
              <a:spcAft>
                <a:spcPts val="0"/>
              </a:spcAft>
              <a:buSzPts val="1120"/>
              <a:buNone/>
              <a:defRPr sz="1400">
                <a:solidFill>
                  <a:schemeClr val="lt1"/>
                </a:solidFill>
              </a:defRPr>
            </a:lvl5pPr>
            <a:lvl6pPr marL="2743200" lvl="5" indent="-228600" algn="l">
              <a:spcBef>
                <a:spcPts val="1000"/>
              </a:spcBef>
              <a:spcAft>
                <a:spcPts val="0"/>
              </a:spcAft>
              <a:buSzPts val="1120"/>
              <a:buNone/>
              <a:defRPr sz="1400">
                <a:solidFill>
                  <a:schemeClr val="lt1"/>
                </a:solidFill>
              </a:defRPr>
            </a:lvl6pPr>
            <a:lvl7pPr marL="3200400" lvl="6" indent="-228600" algn="l">
              <a:spcBef>
                <a:spcPts val="1000"/>
              </a:spcBef>
              <a:spcAft>
                <a:spcPts val="0"/>
              </a:spcAft>
              <a:buSzPts val="1120"/>
              <a:buNone/>
              <a:defRPr sz="1400">
                <a:solidFill>
                  <a:schemeClr val="lt1"/>
                </a:solidFill>
              </a:defRPr>
            </a:lvl7pPr>
            <a:lvl8pPr marL="3657600" lvl="7" indent="-228600" algn="l">
              <a:spcBef>
                <a:spcPts val="1000"/>
              </a:spcBef>
              <a:spcAft>
                <a:spcPts val="0"/>
              </a:spcAft>
              <a:buSzPts val="1120"/>
              <a:buNone/>
              <a:defRPr sz="1400">
                <a:solidFill>
                  <a:schemeClr val="lt1"/>
                </a:solidFill>
              </a:defRPr>
            </a:lvl8pPr>
            <a:lvl9pPr marL="4114800" lvl="8" indent="-228600" algn="l">
              <a:spcBef>
                <a:spcPts val="1000"/>
              </a:spcBef>
              <a:spcAft>
                <a:spcPts val="0"/>
              </a:spcAft>
              <a:buSzPts val="1120"/>
              <a:buNone/>
              <a:defRPr sz="1400">
                <a:solidFill>
                  <a:schemeClr val="lt1"/>
                </a:solidFill>
              </a:defRPr>
            </a:lvl9pPr>
          </a:lstStyle>
          <a:p>
            <a:endParaRPr/>
          </a:p>
        </p:txBody>
      </p:sp>
      <p:sp>
        <p:nvSpPr>
          <p:cNvPr id="32" name="Google Shape;32;p20"/>
          <p:cNvSpPr txBox="1">
            <a:spLocks noGrp="1"/>
          </p:cNvSpPr>
          <p:nvPr>
            <p:ph type="dt" idx="10"/>
          </p:nvPr>
        </p:nvSpPr>
        <p:spPr>
          <a:xfrm rot="5400000">
            <a:off x="10155639" y="1790701"/>
            <a:ext cx="990599" cy="304799"/>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 name="Google Shape;33;p20"/>
          <p:cNvSpPr txBox="1">
            <a:spLocks noGrp="1"/>
          </p:cNvSpPr>
          <p:nvPr>
            <p:ph type="ftr" idx="11"/>
          </p:nvPr>
        </p:nvSpPr>
        <p:spPr>
          <a:xfrm rot="5400000">
            <a:off x="8951573" y="3225297"/>
            <a:ext cx="3859795" cy="304801"/>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0"/>
          <p:cNvSpPr txBox="1">
            <a:spLocks noGrp="1"/>
          </p:cNvSpPr>
          <p:nvPr>
            <p:ph type="sldNum" idx="12"/>
          </p:nvPr>
        </p:nvSpPr>
        <p:spPr>
          <a:xfrm>
            <a:off x="10352540" y="295729"/>
            <a:ext cx="838199" cy="767687"/>
          </a:xfrm>
          <a:prstGeom prst="rect">
            <a:avLst/>
          </a:prstGeom>
          <a:noFill/>
          <a:ln>
            <a:noFill/>
          </a:ln>
        </p:spPr>
        <p:txBody>
          <a:bodyPr spcFirstLastPara="1" wrap="square" lIns="91425" tIns="45700" rIns="91425" bIns="45700" anchor="b"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21"/>
          <p:cNvSpPr txBox="1">
            <a:spLocks noGrp="1"/>
          </p:cNvSpPr>
          <p:nvPr>
            <p:ph type="title"/>
          </p:nvPr>
        </p:nvSpPr>
        <p:spPr>
          <a:xfrm>
            <a:off x="646111" y="452718"/>
            <a:ext cx="9404723" cy="140053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Clr>
                <a:schemeClr val="lt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21"/>
          <p:cNvSpPr txBox="1">
            <a:spLocks noGrp="1"/>
          </p:cNvSpPr>
          <p:nvPr>
            <p:ph type="body" idx="1"/>
          </p:nvPr>
        </p:nvSpPr>
        <p:spPr>
          <a:xfrm>
            <a:off x="1103312" y="2060575"/>
            <a:ext cx="4396339" cy="4195763"/>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sz="1800"/>
            </a:lvl1pPr>
            <a:lvl2pPr marL="914400" lvl="1" indent="-309880" algn="l">
              <a:spcBef>
                <a:spcPts val="1000"/>
              </a:spcBef>
              <a:spcAft>
                <a:spcPts val="0"/>
              </a:spcAft>
              <a:buSzPts val="1280"/>
              <a:buChar char="►"/>
              <a:defRPr sz="1600"/>
            </a:lvl2pPr>
            <a:lvl3pPr marL="1371600" lvl="2" indent="-299719" algn="l">
              <a:spcBef>
                <a:spcPts val="1000"/>
              </a:spcBef>
              <a:spcAft>
                <a:spcPts val="0"/>
              </a:spcAft>
              <a:buSzPts val="1120"/>
              <a:buChar char="►"/>
              <a:defRPr sz="1400"/>
            </a:lvl3pPr>
            <a:lvl4pPr marL="1828800" lvl="3" indent="-289560" algn="l">
              <a:spcBef>
                <a:spcPts val="1000"/>
              </a:spcBef>
              <a:spcAft>
                <a:spcPts val="0"/>
              </a:spcAft>
              <a:buSzPts val="960"/>
              <a:buChar char="►"/>
              <a:defRPr sz="1200"/>
            </a:lvl4pPr>
            <a:lvl5pPr marL="2286000" lvl="4" indent="-289560" algn="l">
              <a:spcBef>
                <a:spcPts val="1000"/>
              </a:spcBef>
              <a:spcAft>
                <a:spcPts val="0"/>
              </a:spcAft>
              <a:buSzPts val="960"/>
              <a:buChar char="►"/>
              <a:defRPr sz="1200"/>
            </a:lvl5pPr>
            <a:lvl6pPr marL="2743200" lvl="5" indent="-289560" algn="l">
              <a:spcBef>
                <a:spcPts val="1000"/>
              </a:spcBef>
              <a:spcAft>
                <a:spcPts val="0"/>
              </a:spcAft>
              <a:buSzPts val="960"/>
              <a:buChar char="►"/>
              <a:defRPr sz="1200"/>
            </a:lvl6pPr>
            <a:lvl7pPr marL="3200400" lvl="6" indent="-289560" algn="l">
              <a:spcBef>
                <a:spcPts val="1000"/>
              </a:spcBef>
              <a:spcAft>
                <a:spcPts val="0"/>
              </a:spcAft>
              <a:buSzPts val="960"/>
              <a:buChar char="►"/>
              <a:defRPr sz="1200"/>
            </a:lvl7pPr>
            <a:lvl8pPr marL="3657600" lvl="7" indent="-289559" algn="l">
              <a:spcBef>
                <a:spcPts val="1000"/>
              </a:spcBef>
              <a:spcAft>
                <a:spcPts val="0"/>
              </a:spcAft>
              <a:buSzPts val="960"/>
              <a:buChar char="►"/>
              <a:defRPr sz="1200"/>
            </a:lvl8pPr>
            <a:lvl9pPr marL="4114800" lvl="8" indent="-289559" algn="l">
              <a:spcBef>
                <a:spcPts val="1000"/>
              </a:spcBef>
              <a:spcAft>
                <a:spcPts val="0"/>
              </a:spcAft>
              <a:buSzPts val="960"/>
              <a:buChar char="►"/>
              <a:defRPr sz="1200"/>
            </a:lvl9pPr>
          </a:lstStyle>
          <a:p>
            <a:endParaRPr/>
          </a:p>
        </p:txBody>
      </p:sp>
      <p:sp>
        <p:nvSpPr>
          <p:cNvPr id="38" name="Google Shape;38;p21"/>
          <p:cNvSpPr txBox="1">
            <a:spLocks noGrp="1"/>
          </p:cNvSpPr>
          <p:nvPr>
            <p:ph type="body" idx="2"/>
          </p:nvPr>
        </p:nvSpPr>
        <p:spPr>
          <a:xfrm>
            <a:off x="5654493" y="2056092"/>
            <a:ext cx="4396341" cy="4200245"/>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sz="1800"/>
            </a:lvl1pPr>
            <a:lvl2pPr marL="914400" lvl="1" indent="-309880" algn="l">
              <a:spcBef>
                <a:spcPts val="1000"/>
              </a:spcBef>
              <a:spcAft>
                <a:spcPts val="0"/>
              </a:spcAft>
              <a:buSzPts val="1280"/>
              <a:buChar char="►"/>
              <a:defRPr sz="1600"/>
            </a:lvl2pPr>
            <a:lvl3pPr marL="1371600" lvl="2" indent="-299719" algn="l">
              <a:spcBef>
                <a:spcPts val="1000"/>
              </a:spcBef>
              <a:spcAft>
                <a:spcPts val="0"/>
              </a:spcAft>
              <a:buSzPts val="1120"/>
              <a:buChar char="►"/>
              <a:defRPr sz="1400"/>
            </a:lvl3pPr>
            <a:lvl4pPr marL="1828800" lvl="3" indent="-289560" algn="l">
              <a:spcBef>
                <a:spcPts val="1000"/>
              </a:spcBef>
              <a:spcAft>
                <a:spcPts val="0"/>
              </a:spcAft>
              <a:buSzPts val="960"/>
              <a:buChar char="►"/>
              <a:defRPr sz="1200"/>
            </a:lvl4pPr>
            <a:lvl5pPr marL="2286000" lvl="4" indent="-289560" algn="l">
              <a:spcBef>
                <a:spcPts val="1000"/>
              </a:spcBef>
              <a:spcAft>
                <a:spcPts val="0"/>
              </a:spcAft>
              <a:buSzPts val="960"/>
              <a:buChar char="►"/>
              <a:defRPr sz="1200"/>
            </a:lvl5pPr>
            <a:lvl6pPr marL="2743200" lvl="5" indent="-289560" algn="l">
              <a:spcBef>
                <a:spcPts val="1000"/>
              </a:spcBef>
              <a:spcAft>
                <a:spcPts val="0"/>
              </a:spcAft>
              <a:buSzPts val="960"/>
              <a:buChar char="►"/>
              <a:defRPr sz="1200"/>
            </a:lvl6pPr>
            <a:lvl7pPr marL="3200400" lvl="6" indent="-289560" algn="l">
              <a:spcBef>
                <a:spcPts val="1000"/>
              </a:spcBef>
              <a:spcAft>
                <a:spcPts val="0"/>
              </a:spcAft>
              <a:buSzPts val="960"/>
              <a:buChar char="►"/>
              <a:defRPr sz="1200"/>
            </a:lvl7pPr>
            <a:lvl8pPr marL="3657600" lvl="7" indent="-289559" algn="l">
              <a:spcBef>
                <a:spcPts val="1000"/>
              </a:spcBef>
              <a:spcAft>
                <a:spcPts val="0"/>
              </a:spcAft>
              <a:buSzPts val="960"/>
              <a:buChar char="►"/>
              <a:defRPr sz="1200"/>
            </a:lvl8pPr>
            <a:lvl9pPr marL="4114800" lvl="8" indent="-289559" algn="l">
              <a:spcBef>
                <a:spcPts val="1000"/>
              </a:spcBef>
              <a:spcAft>
                <a:spcPts val="0"/>
              </a:spcAft>
              <a:buSzPts val="960"/>
              <a:buChar char="►"/>
              <a:defRPr sz="1200"/>
            </a:lvl9pPr>
          </a:lstStyle>
          <a:p>
            <a:endParaRPr/>
          </a:p>
        </p:txBody>
      </p:sp>
      <p:sp>
        <p:nvSpPr>
          <p:cNvPr id="39" name="Google Shape;39;p21"/>
          <p:cNvSpPr txBox="1">
            <a:spLocks noGrp="1"/>
          </p:cNvSpPr>
          <p:nvPr>
            <p:ph type="dt" idx="10"/>
          </p:nvPr>
        </p:nvSpPr>
        <p:spPr>
          <a:xfrm rot="5400000">
            <a:off x="10155639" y="1790701"/>
            <a:ext cx="990599" cy="304799"/>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 name="Google Shape;40;p21"/>
          <p:cNvSpPr txBox="1">
            <a:spLocks noGrp="1"/>
          </p:cNvSpPr>
          <p:nvPr>
            <p:ph type="ftr" idx="11"/>
          </p:nvPr>
        </p:nvSpPr>
        <p:spPr>
          <a:xfrm rot="5400000">
            <a:off x="8951573" y="3225297"/>
            <a:ext cx="3859795" cy="304801"/>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21"/>
          <p:cNvSpPr txBox="1">
            <a:spLocks noGrp="1"/>
          </p:cNvSpPr>
          <p:nvPr>
            <p:ph type="sldNum" idx="12"/>
          </p:nvPr>
        </p:nvSpPr>
        <p:spPr>
          <a:xfrm>
            <a:off x="10352540" y="295729"/>
            <a:ext cx="838199" cy="767687"/>
          </a:xfrm>
          <a:prstGeom prst="rect">
            <a:avLst/>
          </a:prstGeom>
          <a:noFill/>
          <a:ln>
            <a:noFill/>
          </a:ln>
        </p:spPr>
        <p:txBody>
          <a:bodyPr spcFirstLastPara="1" wrap="square" lIns="91425" tIns="45700" rIns="91425" bIns="45700" anchor="b"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22"/>
          <p:cNvSpPr txBox="1">
            <a:spLocks noGrp="1"/>
          </p:cNvSpPr>
          <p:nvPr>
            <p:ph type="title"/>
          </p:nvPr>
        </p:nvSpPr>
        <p:spPr>
          <a:xfrm>
            <a:off x="646111" y="452718"/>
            <a:ext cx="9404723" cy="140053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Clr>
                <a:schemeClr val="lt2"/>
              </a:buClr>
              <a:buSzPts val="4200"/>
              <a:buFont typeface="Century Gothic"/>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2"/>
          <p:cNvSpPr txBox="1">
            <a:spLocks noGrp="1"/>
          </p:cNvSpPr>
          <p:nvPr>
            <p:ph type="body" idx="1"/>
          </p:nvPr>
        </p:nvSpPr>
        <p:spPr>
          <a:xfrm>
            <a:off x="1103313" y="1905000"/>
            <a:ext cx="4396338" cy="576262"/>
          </a:xfrm>
          <a:prstGeom prst="rect">
            <a:avLst/>
          </a:prstGeom>
          <a:noFill/>
          <a:ln>
            <a:noFill/>
          </a:ln>
        </p:spPr>
        <p:txBody>
          <a:bodyPr spcFirstLastPara="1" wrap="square" lIns="91425" tIns="45700" rIns="91425" bIns="45700" anchor="b" anchorCtr="0">
            <a:noAutofit/>
          </a:bodyPr>
          <a:lstStyle>
            <a:lvl1pPr marL="457200" lvl="0" indent="-228600" algn="l">
              <a:spcBef>
                <a:spcPts val="1000"/>
              </a:spcBef>
              <a:spcAft>
                <a:spcPts val="0"/>
              </a:spcAft>
              <a:buSzPts val="1920"/>
              <a:buNone/>
              <a:defRPr sz="2400" b="0">
                <a:solidFill>
                  <a:srgbClr val="86D1D8"/>
                </a:solidFill>
              </a:defRPr>
            </a:lvl1pPr>
            <a:lvl2pPr marL="914400" lvl="1" indent="-228600" algn="l">
              <a:spcBef>
                <a:spcPts val="1000"/>
              </a:spcBef>
              <a:spcAft>
                <a:spcPts val="0"/>
              </a:spcAft>
              <a:buSzPts val="1600"/>
              <a:buNone/>
              <a:defRPr sz="2000" b="1"/>
            </a:lvl2pPr>
            <a:lvl3pPr marL="1371600" lvl="2" indent="-228600" algn="l">
              <a:spcBef>
                <a:spcPts val="1000"/>
              </a:spcBef>
              <a:spcAft>
                <a:spcPts val="0"/>
              </a:spcAft>
              <a:buSzPts val="1440"/>
              <a:buNone/>
              <a:defRPr sz="1800" b="1"/>
            </a:lvl3pPr>
            <a:lvl4pPr marL="1828800" lvl="3" indent="-228600" algn="l">
              <a:spcBef>
                <a:spcPts val="1000"/>
              </a:spcBef>
              <a:spcAft>
                <a:spcPts val="0"/>
              </a:spcAft>
              <a:buSzPts val="1280"/>
              <a:buNone/>
              <a:defRPr sz="1600" b="1"/>
            </a:lvl4pPr>
            <a:lvl5pPr marL="2286000" lvl="4" indent="-228600" algn="l">
              <a:spcBef>
                <a:spcPts val="1000"/>
              </a:spcBef>
              <a:spcAft>
                <a:spcPts val="0"/>
              </a:spcAft>
              <a:buSzPts val="1280"/>
              <a:buNone/>
              <a:defRPr sz="1600" b="1"/>
            </a:lvl5pPr>
            <a:lvl6pPr marL="2743200" lvl="5" indent="-228600" algn="l">
              <a:spcBef>
                <a:spcPts val="1000"/>
              </a:spcBef>
              <a:spcAft>
                <a:spcPts val="0"/>
              </a:spcAft>
              <a:buSzPts val="1280"/>
              <a:buNone/>
              <a:defRPr sz="1600" b="1"/>
            </a:lvl6pPr>
            <a:lvl7pPr marL="3200400" lvl="6" indent="-228600" algn="l">
              <a:spcBef>
                <a:spcPts val="1000"/>
              </a:spcBef>
              <a:spcAft>
                <a:spcPts val="0"/>
              </a:spcAft>
              <a:buSzPts val="1280"/>
              <a:buNone/>
              <a:defRPr sz="1600" b="1"/>
            </a:lvl7pPr>
            <a:lvl8pPr marL="3657600" lvl="7" indent="-228600" algn="l">
              <a:spcBef>
                <a:spcPts val="1000"/>
              </a:spcBef>
              <a:spcAft>
                <a:spcPts val="0"/>
              </a:spcAft>
              <a:buSzPts val="1280"/>
              <a:buNone/>
              <a:defRPr sz="1600" b="1"/>
            </a:lvl8pPr>
            <a:lvl9pPr marL="4114800" lvl="8" indent="-228600" algn="l">
              <a:spcBef>
                <a:spcPts val="1000"/>
              </a:spcBef>
              <a:spcAft>
                <a:spcPts val="0"/>
              </a:spcAft>
              <a:buSzPts val="1280"/>
              <a:buNone/>
              <a:defRPr sz="1600" b="1"/>
            </a:lvl9pPr>
          </a:lstStyle>
          <a:p>
            <a:endParaRPr/>
          </a:p>
        </p:txBody>
      </p:sp>
      <p:sp>
        <p:nvSpPr>
          <p:cNvPr id="45" name="Google Shape;45;p22"/>
          <p:cNvSpPr txBox="1">
            <a:spLocks noGrp="1"/>
          </p:cNvSpPr>
          <p:nvPr>
            <p:ph type="body" idx="2"/>
          </p:nvPr>
        </p:nvSpPr>
        <p:spPr>
          <a:xfrm>
            <a:off x="1103312" y="2514600"/>
            <a:ext cx="4396339" cy="3741738"/>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sz="1800"/>
            </a:lvl1pPr>
            <a:lvl2pPr marL="914400" lvl="1" indent="-309880" algn="l">
              <a:spcBef>
                <a:spcPts val="1000"/>
              </a:spcBef>
              <a:spcAft>
                <a:spcPts val="0"/>
              </a:spcAft>
              <a:buSzPts val="1280"/>
              <a:buChar char="►"/>
              <a:defRPr sz="1600"/>
            </a:lvl2pPr>
            <a:lvl3pPr marL="1371600" lvl="2" indent="-299719" algn="l">
              <a:spcBef>
                <a:spcPts val="1000"/>
              </a:spcBef>
              <a:spcAft>
                <a:spcPts val="0"/>
              </a:spcAft>
              <a:buSzPts val="1120"/>
              <a:buChar char="►"/>
              <a:defRPr sz="1400"/>
            </a:lvl3pPr>
            <a:lvl4pPr marL="1828800" lvl="3" indent="-289560" algn="l">
              <a:spcBef>
                <a:spcPts val="1000"/>
              </a:spcBef>
              <a:spcAft>
                <a:spcPts val="0"/>
              </a:spcAft>
              <a:buSzPts val="960"/>
              <a:buChar char="►"/>
              <a:defRPr sz="1200"/>
            </a:lvl4pPr>
            <a:lvl5pPr marL="2286000" lvl="4" indent="-289560" algn="l">
              <a:spcBef>
                <a:spcPts val="1000"/>
              </a:spcBef>
              <a:spcAft>
                <a:spcPts val="0"/>
              </a:spcAft>
              <a:buSzPts val="960"/>
              <a:buChar char="►"/>
              <a:defRPr sz="1200"/>
            </a:lvl5pPr>
            <a:lvl6pPr marL="2743200" lvl="5" indent="-289560" algn="l">
              <a:spcBef>
                <a:spcPts val="1000"/>
              </a:spcBef>
              <a:spcAft>
                <a:spcPts val="0"/>
              </a:spcAft>
              <a:buSzPts val="960"/>
              <a:buChar char="►"/>
              <a:defRPr sz="1200"/>
            </a:lvl6pPr>
            <a:lvl7pPr marL="3200400" lvl="6" indent="-289560" algn="l">
              <a:spcBef>
                <a:spcPts val="1000"/>
              </a:spcBef>
              <a:spcAft>
                <a:spcPts val="0"/>
              </a:spcAft>
              <a:buSzPts val="960"/>
              <a:buChar char="►"/>
              <a:defRPr sz="1200"/>
            </a:lvl7pPr>
            <a:lvl8pPr marL="3657600" lvl="7" indent="-289559" algn="l">
              <a:spcBef>
                <a:spcPts val="1000"/>
              </a:spcBef>
              <a:spcAft>
                <a:spcPts val="0"/>
              </a:spcAft>
              <a:buSzPts val="960"/>
              <a:buChar char="►"/>
              <a:defRPr sz="1200"/>
            </a:lvl8pPr>
            <a:lvl9pPr marL="4114800" lvl="8" indent="-289559" algn="l">
              <a:spcBef>
                <a:spcPts val="1000"/>
              </a:spcBef>
              <a:spcAft>
                <a:spcPts val="0"/>
              </a:spcAft>
              <a:buSzPts val="960"/>
              <a:buChar char="►"/>
              <a:defRPr sz="1200"/>
            </a:lvl9pPr>
          </a:lstStyle>
          <a:p>
            <a:endParaRPr/>
          </a:p>
        </p:txBody>
      </p:sp>
      <p:sp>
        <p:nvSpPr>
          <p:cNvPr id="46" name="Google Shape;46;p22"/>
          <p:cNvSpPr txBox="1">
            <a:spLocks noGrp="1"/>
          </p:cNvSpPr>
          <p:nvPr>
            <p:ph type="body" idx="3"/>
          </p:nvPr>
        </p:nvSpPr>
        <p:spPr>
          <a:xfrm>
            <a:off x="5654495" y="1905000"/>
            <a:ext cx="4396339" cy="576262"/>
          </a:xfrm>
          <a:prstGeom prst="rect">
            <a:avLst/>
          </a:prstGeom>
          <a:noFill/>
          <a:ln>
            <a:noFill/>
          </a:ln>
        </p:spPr>
        <p:txBody>
          <a:bodyPr spcFirstLastPara="1" wrap="square" lIns="91425" tIns="45700" rIns="91425" bIns="45700" anchor="b" anchorCtr="0">
            <a:noAutofit/>
          </a:bodyPr>
          <a:lstStyle>
            <a:lvl1pPr marL="457200" lvl="0" indent="-228600" algn="l">
              <a:spcBef>
                <a:spcPts val="1000"/>
              </a:spcBef>
              <a:spcAft>
                <a:spcPts val="0"/>
              </a:spcAft>
              <a:buSzPts val="1920"/>
              <a:buNone/>
              <a:defRPr sz="2400" b="0">
                <a:solidFill>
                  <a:srgbClr val="86D1D8"/>
                </a:solidFill>
              </a:defRPr>
            </a:lvl1pPr>
            <a:lvl2pPr marL="914400" lvl="1" indent="-228600" algn="l">
              <a:spcBef>
                <a:spcPts val="1000"/>
              </a:spcBef>
              <a:spcAft>
                <a:spcPts val="0"/>
              </a:spcAft>
              <a:buSzPts val="1600"/>
              <a:buNone/>
              <a:defRPr sz="2000" b="1"/>
            </a:lvl2pPr>
            <a:lvl3pPr marL="1371600" lvl="2" indent="-228600" algn="l">
              <a:spcBef>
                <a:spcPts val="1000"/>
              </a:spcBef>
              <a:spcAft>
                <a:spcPts val="0"/>
              </a:spcAft>
              <a:buSzPts val="1440"/>
              <a:buNone/>
              <a:defRPr sz="1800" b="1"/>
            </a:lvl3pPr>
            <a:lvl4pPr marL="1828800" lvl="3" indent="-228600" algn="l">
              <a:spcBef>
                <a:spcPts val="1000"/>
              </a:spcBef>
              <a:spcAft>
                <a:spcPts val="0"/>
              </a:spcAft>
              <a:buSzPts val="1280"/>
              <a:buNone/>
              <a:defRPr sz="1600" b="1"/>
            </a:lvl4pPr>
            <a:lvl5pPr marL="2286000" lvl="4" indent="-228600" algn="l">
              <a:spcBef>
                <a:spcPts val="1000"/>
              </a:spcBef>
              <a:spcAft>
                <a:spcPts val="0"/>
              </a:spcAft>
              <a:buSzPts val="1280"/>
              <a:buNone/>
              <a:defRPr sz="1600" b="1"/>
            </a:lvl5pPr>
            <a:lvl6pPr marL="2743200" lvl="5" indent="-228600" algn="l">
              <a:spcBef>
                <a:spcPts val="1000"/>
              </a:spcBef>
              <a:spcAft>
                <a:spcPts val="0"/>
              </a:spcAft>
              <a:buSzPts val="1280"/>
              <a:buNone/>
              <a:defRPr sz="1600" b="1"/>
            </a:lvl6pPr>
            <a:lvl7pPr marL="3200400" lvl="6" indent="-228600" algn="l">
              <a:spcBef>
                <a:spcPts val="1000"/>
              </a:spcBef>
              <a:spcAft>
                <a:spcPts val="0"/>
              </a:spcAft>
              <a:buSzPts val="1280"/>
              <a:buNone/>
              <a:defRPr sz="1600" b="1"/>
            </a:lvl7pPr>
            <a:lvl8pPr marL="3657600" lvl="7" indent="-228600" algn="l">
              <a:spcBef>
                <a:spcPts val="1000"/>
              </a:spcBef>
              <a:spcAft>
                <a:spcPts val="0"/>
              </a:spcAft>
              <a:buSzPts val="1280"/>
              <a:buNone/>
              <a:defRPr sz="1600" b="1"/>
            </a:lvl8pPr>
            <a:lvl9pPr marL="4114800" lvl="8" indent="-228600" algn="l">
              <a:spcBef>
                <a:spcPts val="1000"/>
              </a:spcBef>
              <a:spcAft>
                <a:spcPts val="0"/>
              </a:spcAft>
              <a:buSzPts val="1280"/>
              <a:buNone/>
              <a:defRPr sz="1600" b="1"/>
            </a:lvl9pPr>
          </a:lstStyle>
          <a:p>
            <a:endParaRPr/>
          </a:p>
        </p:txBody>
      </p:sp>
      <p:sp>
        <p:nvSpPr>
          <p:cNvPr id="47" name="Google Shape;47;p22"/>
          <p:cNvSpPr txBox="1">
            <a:spLocks noGrp="1"/>
          </p:cNvSpPr>
          <p:nvPr>
            <p:ph type="body" idx="4"/>
          </p:nvPr>
        </p:nvSpPr>
        <p:spPr>
          <a:xfrm>
            <a:off x="5654495" y="2514600"/>
            <a:ext cx="4396339" cy="3741738"/>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sz="1800"/>
            </a:lvl1pPr>
            <a:lvl2pPr marL="914400" lvl="1" indent="-309880" algn="l">
              <a:spcBef>
                <a:spcPts val="1000"/>
              </a:spcBef>
              <a:spcAft>
                <a:spcPts val="0"/>
              </a:spcAft>
              <a:buSzPts val="1280"/>
              <a:buChar char="►"/>
              <a:defRPr sz="1600"/>
            </a:lvl2pPr>
            <a:lvl3pPr marL="1371600" lvl="2" indent="-299719" algn="l">
              <a:spcBef>
                <a:spcPts val="1000"/>
              </a:spcBef>
              <a:spcAft>
                <a:spcPts val="0"/>
              </a:spcAft>
              <a:buSzPts val="1120"/>
              <a:buChar char="►"/>
              <a:defRPr sz="1400"/>
            </a:lvl3pPr>
            <a:lvl4pPr marL="1828800" lvl="3" indent="-289560" algn="l">
              <a:spcBef>
                <a:spcPts val="1000"/>
              </a:spcBef>
              <a:spcAft>
                <a:spcPts val="0"/>
              </a:spcAft>
              <a:buSzPts val="960"/>
              <a:buChar char="►"/>
              <a:defRPr sz="1200"/>
            </a:lvl4pPr>
            <a:lvl5pPr marL="2286000" lvl="4" indent="-289560" algn="l">
              <a:spcBef>
                <a:spcPts val="1000"/>
              </a:spcBef>
              <a:spcAft>
                <a:spcPts val="0"/>
              </a:spcAft>
              <a:buSzPts val="960"/>
              <a:buChar char="►"/>
              <a:defRPr sz="1200"/>
            </a:lvl5pPr>
            <a:lvl6pPr marL="2743200" lvl="5" indent="-289560" algn="l">
              <a:spcBef>
                <a:spcPts val="1000"/>
              </a:spcBef>
              <a:spcAft>
                <a:spcPts val="0"/>
              </a:spcAft>
              <a:buSzPts val="960"/>
              <a:buChar char="►"/>
              <a:defRPr sz="1200"/>
            </a:lvl6pPr>
            <a:lvl7pPr marL="3200400" lvl="6" indent="-289560" algn="l">
              <a:spcBef>
                <a:spcPts val="1000"/>
              </a:spcBef>
              <a:spcAft>
                <a:spcPts val="0"/>
              </a:spcAft>
              <a:buSzPts val="960"/>
              <a:buChar char="►"/>
              <a:defRPr sz="1200"/>
            </a:lvl7pPr>
            <a:lvl8pPr marL="3657600" lvl="7" indent="-289559" algn="l">
              <a:spcBef>
                <a:spcPts val="1000"/>
              </a:spcBef>
              <a:spcAft>
                <a:spcPts val="0"/>
              </a:spcAft>
              <a:buSzPts val="960"/>
              <a:buChar char="►"/>
              <a:defRPr sz="1200"/>
            </a:lvl8pPr>
            <a:lvl9pPr marL="4114800" lvl="8" indent="-289559" algn="l">
              <a:spcBef>
                <a:spcPts val="1000"/>
              </a:spcBef>
              <a:spcAft>
                <a:spcPts val="0"/>
              </a:spcAft>
              <a:buSzPts val="960"/>
              <a:buChar char="►"/>
              <a:defRPr sz="1200"/>
            </a:lvl9pPr>
          </a:lstStyle>
          <a:p>
            <a:endParaRPr/>
          </a:p>
        </p:txBody>
      </p:sp>
      <p:sp>
        <p:nvSpPr>
          <p:cNvPr id="48" name="Google Shape;48;p22"/>
          <p:cNvSpPr txBox="1">
            <a:spLocks noGrp="1"/>
          </p:cNvSpPr>
          <p:nvPr>
            <p:ph type="dt" idx="10"/>
          </p:nvPr>
        </p:nvSpPr>
        <p:spPr>
          <a:xfrm rot="5400000">
            <a:off x="10155639" y="1790701"/>
            <a:ext cx="990599" cy="304799"/>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2"/>
          <p:cNvSpPr txBox="1">
            <a:spLocks noGrp="1"/>
          </p:cNvSpPr>
          <p:nvPr>
            <p:ph type="ftr" idx="11"/>
          </p:nvPr>
        </p:nvSpPr>
        <p:spPr>
          <a:xfrm rot="5400000">
            <a:off x="8951573" y="3225297"/>
            <a:ext cx="3859795" cy="304801"/>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0" name="Google Shape;50;p22"/>
          <p:cNvSpPr txBox="1">
            <a:spLocks noGrp="1"/>
          </p:cNvSpPr>
          <p:nvPr>
            <p:ph type="sldNum" idx="12"/>
          </p:nvPr>
        </p:nvSpPr>
        <p:spPr>
          <a:xfrm>
            <a:off x="10352540" y="295729"/>
            <a:ext cx="838199" cy="767687"/>
          </a:xfrm>
          <a:prstGeom prst="rect">
            <a:avLst/>
          </a:prstGeom>
          <a:noFill/>
          <a:ln>
            <a:noFill/>
          </a:ln>
        </p:spPr>
        <p:txBody>
          <a:bodyPr spcFirstLastPara="1" wrap="square" lIns="91425" tIns="45700" rIns="91425" bIns="45700" anchor="b"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23"/>
          <p:cNvSpPr txBox="1">
            <a:spLocks noGrp="1"/>
          </p:cNvSpPr>
          <p:nvPr>
            <p:ph type="title"/>
          </p:nvPr>
        </p:nvSpPr>
        <p:spPr>
          <a:xfrm>
            <a:off x="646111" y="452718"/>
            <a:ext cx="9404723" cy="140053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Clr>
                <a:schemeClr val="lt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3"/>
          <p:cNvSpPr txBox="1">
            <a:spLocks noGrp="1"/>
          </p:cNvSpPr>
          <p:nvPr>
            <p:ph type="dt" idx="10"/>
          </p:nvPr>
        </p:nvSpPr>
        <p:spPr>
          <a:xfrm rot="5400000">
            <a:off x="10155639" y="1790701"/>
            <a:ext cx="990599" cy="304799"/>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4" name="Google Shape;54;p23"/>
          <p:cNvSpPr txBox="1">
            <a:spLocks noGrp="1"/>
          </p:cNvSpPr>
          <p:nvPr>
            <p:ph type="ftr" idx="11"/>
          </p:nvPr>
        </p:nvSpPr>
        <p:spPr>
          <a:xfrm rot="5400000">
            <a:off x="8951573" y="3225297"/>
            <a:ext cx="3859795" cy="304801"/>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5" name="Google Shape;55;p23"/>
          <p:cNvSpPr txBox="1">
            <a:spLocks noGrp="1"/>
          </p:cNvSpPr>
          <p:nvPr>
            <p:ph type="sldNum" idx="12"/>
          </p:nvPr>
        </p:nvSpPr>
        <p:spPr>
          <a:xfrm>
            <a:off x="10352540" y="295729"/>
            <a:ext cx="838199" cy="767687"/>
          </a:xfrm>
          <a:prstGeom prst="rect">
            <a:avLst/>
          </a:prstGeom>
          <a:noFill/>
          <a:ln>
            <a:noFill/>
          </a:ln>
        </p:spPr>
        <p:txBody>
          <a:bodyPr spcFirstLastPara="1" wrap="square" lIns="91425" tIns="45700" rIns="91425" bIns="45700" anchor="b"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24"/>
          <p:cNvSpPr txBox="1">
            <a:spLocks noGrp="1"/>
          </p:cNvSpPr>
          <p:nvPr>
            <p:ph type="dt" idx="10"/>
          </p:nvPr>
        </p:nvSpPr>
        <p:spPr>
          <a:xfrm rot="5400000">
            <a:off x="10155639" y="1790701"/>
            <a:ext cx="990599" cy="304799"/>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 name="Google Shape;58;p24"/>
          <p:cNvSpPr txBox="1">
            <a:spLocks noGrp="1"/>
          </p:cNvSpPr>
          <p:nvPr>
            <p:ph type="ftr" idx="11"/>
          </p:nvPr>
        </p:nvSpPr>
        <p:spPr>
          <a:xfrm rot="5400000">
            <a:off x="8951573" y="3225297"/>
            <a:ext cx="3859795" cy="304801"/>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4"/>
          <p:cNvSpPr txBox="1">
            <a:spLocks noGrp="1"/>
          </p:cNvSpPr>
          <p:nvPr>
            <p:ph type="sldNum" idx="12"/>
          </p:nvPr>
        </p:nvSpPr>
        <p:spPr>
          <a:xfrm>
            <a:off x="10352540" y="295729"/>
            <a:ext cx="838199" cy="767687"/>
          </a:xfrm>
          <a:prstGeom prst="rect">
            <a:avLst/>
          </a:prstGeom>
          <a:noFill/>
          <a:ln>
            <a:noFill/>
          </a:ln>
        </p:spPr>
        <p:txBody>
          <a:bodyPr spcFirstLastPara="1" wrap="square" lIns="91425" tIns="45700" rIns="91425" bIns="45700" anchor="b"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25"/>
          <p:cNvSpPr txBox="1">
            <a:spLocks noGrp="1"/>
          </p:cNvSpPr>
          <p:nvPr>
            <p:ph type="title"/>
          </p:nvPr>
        </p:nvSpPr>
        <p:spPr>
          <a:xfrm>
            <a:off x="1154953" y="1447800"/>
            <a:ext cx="3401064" cy="144780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Clr>
                <a:schemeClr val="lt2"/>
              </a:buClr>
              <a:buSzPts val="2400"/>
              <a:buFont typeface="Century Gothic"/>
              <a:buNone/>
              <a:defRPr sz="2400" b="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2" name="Google Shape;62;p25"/>
          <p:cNvSpPr txBox="1">
            <a:spLocks noGrp="1"/>
          </p:cNvSpPr>
          <p:nvPr>
            <p:ph type="body" idx="1"/>
          </p:nvPr>
        </p:nvSpPr>
        <p:spPr>
          <a:xfrm>
            <a:off x="4784616" y="1447800"/>
            <a:ext cx="5195997" cy="4572000"/>
          </a:xfrm>
          <a:prstGeom prst="rect">
            <a:avLst/>
          </a:prstGeom>
          <a:noFill/>
          <a:ln>
            <a:noFill/>
          </a:ln>
        </p:spPr>
        <p:txBody>
          <a:bodyPr spcFirstLastPara="1" wrap="square" lIns="91425" tIns="45700" rIns="91425" bIns="45700" anchor="ctr" anchorCtr="0">
            <a:normAutofit/>
          </a:bodyPr>
          <a:lstStyle>
            <a:lvl1pPr marL="457200" lvl="0" indent="-330200" algn="l">
              <a:spcBef>
                <a:spcPts val="1000"/>
              </a:spcBef>
              <a:spcAft>
                <a:spcPts val="0"/>
              </a:spcAft>
              <a:buSzPts val="1600"/>
              <a:buChar char="►"/>
              <a:defRPr sz="2000"/>
            </a:lvl1pPr>
            <a:lvl2pPr marL="914400" lvl="1" indent="-320040" algn="l">
              <a:spcBef>
                <a:spcPts val="1000"/>
              </a:spcBef>
              <a:spcAft>
                <a:spcPts val="0"/>
              </a:spcAft>
              <a:buSzPts val="1440"/>
              <a:buChar char="►"/>
              <a:defRPr sz="1800"/>
            </a:lvl2pPr>
            <a:lvl3pPr marL="1371600" lvl="2" indent="-309880" algn="l">
              <a:spcBef>
                <a:spcPts val="1000"/>
              </a:spcBef>
              <a:spcAft>
                <a:spcPts val="0"/>
              </a:spcAft>
              <a:buSzPts val="1280"/>
              <a:buChar char="►"/>
              <a:defRPr sz="1600"/>
            </a:lvl3pPr>
            <a:lvl4pPr marL="1828800" lvl="3" indent="-299719" algn="l">
              <a:spcBef>
                <a:spcPts val="1000"/>
              </a:spcBef>
              <a:spcAft>
                <a:spcPts val="0"/>
              </a:spcAft>
              <a:buSzPts val="1120"/>
              <a:buChar char="►"/>
              <a:defRPr sz="1400"/>
            </a:lvl4pPr>
            <a:lvl5pPr marL="2286000" lvl="4" indent="-299720" algn="l">
              <a:spcBef>
                <a:spcPts val="1000"/>
              </a:spcBef>
              <a:spcAft>
                <a:spcPts val="0"/>
              </a:spcAft>
              <a:buSzPts val="1120"/>
              <a:buChar char="►"/>
              <a:defRPr sz="1400"/>
            </a:lvl5pPr>
            <a:lvl6pPr marL="2743200" lvl="5" indent="-299720" algn="l">
              <a:spcBef>
                <a:spcPts val="1000"/>
              </a:spcBef>
              <a:spcAft>
                <a:spcPts val="0"/>
              </a:spcAft>
              <a:buSzPts val="1120"/>
              <a:buChar char="►"/>
              <a:defRPr sz="1400"/>
            </a:lvl6pPr>
            <a:lvl7pPr marL="3200400" lvl="6" indent="-299720" algn="l">
              <a:spcBef>
                <a:spcPts val="1000"/>
              </a:spcBef>
              <a:spcAft>
                <a:spcPts val="0"/>
              </a:spcAft>
              <a:buSzPts val="1120"/>
              <a:buChar char="►"/>
              <a:defRPr sz="1400"/>
            </a:lvl7pPr>
            <a:lvl8pPr marL="3657600" lvl="7" indent="-299720" algn="l">
              <a:spcBef>
                <a:spcPts val="1000"/>
              </a:spcBef>
              <a:spcAft>
                <a:spcPts val="0"/>
              </a:spcAft>
              <a:buSzPts val="1120"/>
              <a:buChar char="►"/>
              <a:defRPr sz="1400"/>
            </a:lvl8pPr>
            <a:lvl9pPr marL="4114800" lvl="8" indent="-299720" algn="l">
              <a:spcBef>
                <a:spcPts val="1000"/>
              </a:spcBef>
              <a:spcAft>
                <a:spcPts val="0"/>
              </a:spcAft>
              <a:buSzPts val="1120"/>
              <a:buChar char="►"/>
              <a:defRPr sz="1400"/>
            </a:lvl9pPr>
          </a:lstStyle>
          <a:p>
            <a:endParaRPr/>
          </a:p>
        </p:txBody>
      </p:sp>
      <p:sp>
        <p:nvSpPr>
          <p:cNvPr id="63" name="Google Shape;63;p25"/>
          <p:cNvSpPr txBox="1">
            <a:spLocks noGrp="1"/>
          </p:cNvSpPr>
          <p:nvPr>
            <p:ph type="body" idx="2"/>
          </p:nvPr>
        </p:nvSpPr>
        <p:spPr>
          <a:xfrm>
            <a:off x="1154953" y="3129280"/>
            <a:ext cx="3401063" cy="2895599"/>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120"/>
              <a:buNone/>
              <a:defRPr sz="1400"/>
            </a:lvl1pPr>
            <a:lvl2pPr marL="914400" lvl="1" indent="-228600" algn="l">
              <a:spcBef>
                <a:spcPts val="1000"/>
              </a:spcBef>
              <a:spcAft>
                <a:spcPts val="0"/>
              </a:spcAft>
              <a:buSzPts val="960"/>
              <a:buNone/>
              <a:defRPr sz="1200"/>
            </a:lvl2pPr>
            <a:lvl3pPr marL="1371600" lvl="2" indent="-228600" algn="l">
              <a:spcBef>
                <a:spcPts val="1000"/>
              </a:spcBef>
              <a:spcAft>
                <a:spcPts val="0"/>
              </a:spcAft>
              <a:buSzPts val="800"/>
              <a:buNone/>
              <a:defRPr sz="1000"/>
            </a:lvl3pPr>
            <a:lvl4pPr marL="1828800" lvl="3" indent="-228600" algn="l">
              <a:spcBef>
                <a:spcPts val="1000"/>
              </a:spcBef>
              <a:spcAft>
                <a:spcPts val="0"/>
              </a:spcAft>
              <a:buSzPts val="720"/>
              <a:buNone/>
              <a:defRPr sz="900"/>
            </a:lvl4pPr>
            <a:lvl5pPr marL="2286000" lvl="4" indent="-228600" algn="l">
              <a:spcBef>
                <a:spcPts val="1000"/>
              </a:spcBef>
              <a:spcAft>
                <a:spcPts val="0"/>
              </a:spcAft>
              <a:buSzPts val="720"/>
              <a:buNone/>
              <a:defRPr sz="900"/>
            </a:lvl5pPr>
            <a:lvl6pPr marL="2743200" lvl="5" indent="-228600" algn="l">
              <a:spcBef>
                <a:spcPts val="1000"/>
              </a:spcBef>
              <a:spcAft>
                <a:spcPts val="0"/>
              </a:spcAft>
              <a:buSzPts val="720"/>
              <a:buNone/>
              <a:defRPr sz="900"/>
            </a:lvl6pPr>
            <a:lvl7pPr marL="3200400" lvl="6" indent="-228600" algn="l">
              <a:spcBef>
                <a:spcPts val="1000"/>
              </a:spcBef>
              <a:spcAft>
                <a:spcPts val="0"/>
              </a:spcAft>
              <a:buSzPts val="720"/>
              <a:buNone/>
              <a:defRPr sz="900"/>
            </a:lvl7pPr>
            <a:lvl8pPr marL="3657600" lvl="7" indent="-228600" algn="l">
              <a:spcBef>
                <a:spcPts val="1000"/>
              </a:spcBef>
              <a:spcAft>
                <a:spcPts val="0"/>
              </a:spcAft>
              <a:buSzPts val="720"/>
              <a:buNone/>
              <a:defRPr sz="900"/>
            </a:lvl8pPr>
            <a:lvl9pPr marL="4114800" lvl="8" indent="-228600" algn="l">
              <a:spcBef>
                <a:spcPts val="1000"/>
              </a:spcBef>
              <a:spcAft>
                <a:spcPts val="0"/>
              </a:spcAft>
              <a:buSzPts val="720"/>
              <a:buNone/>
              <a:defRPr sz="900"/>
            </a:lvl9pPr>
          </a:lstStyle>
          <a:p>
            <a:endParaRPr/>
          </a:p>
        </p:txBody>
      </p:sp>
      <p:sp>
        <p:nvSpPr>
          <p:cNvPr id="64" name="Google Shape;64;p25"/>
          <p:cNvSpPr txBox="1">
            <a:spLocks noGrp="1"/>
          </p:cNvSpPr>
          <p:nvPr>
            <p:ph type="dt" idx="10"/>
          </p:nvPr>
        </p:nvSpPr>
        <p:spPr>
          <a:xfrm rot="5400000">
            <a:off x="10155639" y="1790701"/>
            <a:ext cx="990599" cy="304799"/>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25"/>
          <p:cNvSpPr txBox="1">
            <a:spLocks noGrp="1"/>
          </p:cNvSpPr>
          <p:nvPr>
            <p:ph type="ftr" idx="11"/>
          </p:nvPr>
        </p:nvSpPr>
        <p:spPr>
          <a:xfrm rot="5400000">
            <a:off x="8951573" y="3225297"/>
            <a:ext cx="3859795" cy="304801"/>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25"/>
          <p:cNvSpPr txBox="1">
            <a:spLocks noGrp="1"/>
          </p:cNvSpPr>
          <p:nvPr>
            <p:ph type="sldNum" idx="12"/>
          </p:nvPr>
        </p:nvSpPr>
        <p:spPr>
          <a:xfrm>
            <a:off x="10352540" y="295729"/>
            <a:ext cx="838199" cy="767687"/>
          </a:xfrm>
          <a:prstGeom prst="rect">
            <a:avLst/>
          </a:prstGeom>
          <a:noFill/>
          <a:ln>
            <a:noFill/>
          </a:ln>
        </p:spPr>
        <p:txBody>
          <a:bodyPr spcFirstLastPara="1" wrap="square" lIns="91425" tIns="45700" rIns="91425" bIns="45700" anchor="b"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26"/>
          <p:cNvSpPr txBox="1">
            <a:spLocks noGrp="1"/>
          </p:cNvSpPr>
          <p:nvPr>
            <p:ph type="title"/>
          </p:nvPr>
        </p:nvSpPr>
        <p:spPr>
          <a:xfrm>
            <a:off x="1153907" y="1854192"/>
            <a:ext cx="5092906" cy="157480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lt2"/>
              </a:buClr>
              <a:buSzPts val="3600"/>
              <a:buFont typeface="Century Gothic"/>
              <a:buNone/>
              <a:defRPr sz="3600" b="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9" name="Google Shape;69;p26"/>
          <p:cNvSpPr>
            <a:spLocks noGrp="1"/>
          </p:cNvSpPr>
          <p:nvPr>
            <p:ph type="pic" idx="2"/>
          </p:nvPr>
        </p:nvSpPr>
        <p:spPr>
          <a:xfrm>
            <a:off x="6949546" y="1143000"/>
            <a:ext cx="3200400" cy="4572000"/>
          </a:xfrm>
          <a:prstGeom prst="roundRect">
            <a:avLst>
              <a:gd name="adj" fmla="val 1858"/>
            </a:avLst>
          </a:prstGeom>
          <a:noFill/>
          <a:ln>
            <a:noFill/>
          </a:ln>
          <a:effectLst>
            <a:outerShdw blurRad="50800" dist="50800" dir="5400000" algn="tl" rotWithShape="0">
              <a:srgbClr val="000000">
                <a:alpha val="42745"/>
              </a:srgbClr>
            </a:outerShdw>
          </a:effectLst>
        </p:spPr>
      </p:sp>
      <p:sp>
        <p:nvSpPr>
          <p:cNvPr id="70" name="Google Shape;70;p26"/>
          <p:cNvSpPr txBox="1">
            <a:spLocks noGrp="1"/>
          </p:cNvSpPr>
          <p:nvPr>
            <p:ph type="body" idx="1"/>
          </p:nvPr>
        </p:nvSpPr>
        <p:spPr>
          <a:xfrm>
            <a:off x="1154954" y="3657600"/>
            <a:ext cx="5084979" cy="1371600"/>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120"/>
              <a:buNone/>
              <a:defRPr sz="1400"/>
            </a:lvl1pPr>
            <a:lvl2pPr marL="914400" lvl="1" indent="-228600" algn="l">
              <a:spcBef>
                <a:spcPts val="1000"/>
              </a:spcBef>
              <a:spcAft>
                <a:spcPts val="0"/>
              </a:spcAft>
              <a:buSzPts val="960"/>
              <a:buNone/>
              <a:defRPr sz="1200"/>
            </a:lvl2pPr>
            <a:lvl3pPr marL="1371600" lvl="2" indent="-228600" algn="l">
              <a:spcBef>
                <a:spcPts val="1000"/>
              </a:spcBef>
              <a:spcAft>
                <a:spcPts val="0"/>
              </a:spcAft>
              <a:buSzPts val="800"/>
              <a:buNone/>
              <a:defRPr sz="1000"/>
            </a:lvl3pPr>
            <a:lvl4pPr marL="1828800" lvl="3" indent="-228600" algn="l">
              <a:spcBef>
                <a:spcPts val="1000"/>
              </a:spcBef>
              <a:spcAft>
                <a:spcPts val="0"/>
              </a:spcAft>
              <a:buSzPts val="720"/>
              <a:buNone/>
              <a:defRPr sz="900"/>
            </a:lvl4pPr>
            <a:lvl5pPr marL="2286000" lvl="4" indent="-228600" algn="l">
              <a:spcBef>
                <a:spcPts val="1000"/>
              </a:spcBef>
              <a:spcAft>
                <a:spcPts val="0"/>
              </a:spcAft>
              <a:buSzPts val="720"/>
              <a:buNone/>
              <a:defRPr sz="900"/>
            </a:lvl5pPr>
            <a:lvl6pPr marL="2743200" lvl="5" indent="-228600" algn="l">
              <a:spcBef>
                <a:spcPts val="1000"/>
              </a:spcBef>
              <a:spcAft>
                <a:spcPts val="0"/>
              </a:spcAft>
              <a:buSzPts val="720"/>
              <a:buNone/>
              <a:defRPr sz="900"/>
            </a:lvl6pPr>
            <a:lvl7pPr marL="3200400" lvl="6" indent="-228600" algn="l">
              <a:spcBef>
                <a:spcPts val="1000"/>
              </a:spcBef>
              <a:spcAft>
                <a:spcPts val="0"/>
              </a:spcAft>
              <a:buSzPts val="720"/>
              <a:buNone/>
              <a:defRPr sz="900"/>
            </a:lvl7pPr>
            <a:lvl8pPr marL="3657600" lvl="7" indent="-228600" algn="l">
              <a:spcBef>
                <a:spcPts val="1000"/>
              </a:spcBef>
              <a:spcAft>
                <a:spcPts val="0"/>
              </a:spcAft>
              <a:buSzPts val="720"/>
              <a:buNone/>
              <a:defRPr sz="900"/>
            </a:lvl8pPr>
            <a:lvl9pPr marL="4114800" lvl="8" indent="-228600" algn="l">
              <a:spcBef>
                <a:spcPts val="1000"/>
              </a:spcBef>
              <a:spcAft>
                <a:spcPts val="0"/>
              </a:spcAft>
              <a:buSzPts val="720"/>
              <a:buNone/>
              <a:defRPr sz="900"/>
            </a:lvl9pPr>
          </a:lstStyle>
          <a:p>
            <a:endParaRPr/>
          </a:p>
        </p:txBody>
      </p:sp>
      <p:sp>
        <p:nvSpPr>
          <p:cNvPr id="71" name="Google Shape;71;p26"/>
          <p:cNvSpPr txBox="1">
            <a:spLocks noGrp="1"/>
          </p:cNvSpPr>
          <p:nvPr>
            <p:ph type="dt" idx="10"/>
          </p:nvPr>
        </p:nvSpPr>
        <p:spPr>
          <a:xfrm rot="5400000">
            <a:off x="10155639" y="1790701"/>
            <a:ext cx="990599" cy="304799"/>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26"/>
          <p:cNvSpPr txBox="1">
            <a:spLocks noGrp="1"/>
          </p:cNvSpPr>
          <p:nvPr>
            <p:ph type="ftr" idx="11"/>
          </p:nvPr>
        </p:nvSpPr>
        <p:spPr>
          <a:xfrm rot="5400000">
            <a:off x="8951573" y="3225297"/>
            <a:ext cx="3859795" cy="304801"/>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26"/>
          <p:cNvSpPr txBox="1">
            <a:spLocks noGrp="1"/>
          </p:cNvSpPr>
          <p:nvPr>
            <p:ph type="sldNum" idx="12"/>
          </p:nvPr>
        </p:nvSpPr>
        <p:spPr>
          <a:xfrm>
            <a:off x="10352540" y="295729"/>
            <a:ext cx="838199" cy="767687"/>
          </a:xfrm>
          <a:prstGeom prst="rect">
            <a:avLst/>
          </a:prstGeom>
          <a:noFill/>
          <a:ln>
            <a:noFill/>
          </a:ln>
        </p:spPr>
        <p:txBody>
          <a:bodyPr spcFirstLastPara="1" wrap="square" lIns="91425" tIns="45700" rIns="91425" bIns="45700" anchor="b"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anoramic Picture with Caption">
  <p:cSld name="Panoramic Picture with Caption">
    <p:spTree>
      <p:nvGrpSpPr>
        <p:cNvPr id="1" name="Shape 74"/>
        <p:cNvGrpSpPr/>
        <p:nvPr/>
      </p:nvGrpSpPr>
      <p:grpSpPr>
        <a:xfrm>
          <a:off x="0" y="0"/>
          <a:ext cx="0" cy="0"/>
          <a:chOff x="0" y="0"/>
          <a:chExt cx="0" cy="0"/>
        </a:xfrm>
      </p:grpSpPr>
      <p:sp>
        <p:nvSpPr>
          <p:cNvPr id="75" name="Google Shape;75;p27"/>
          <p:cNvSpPr txBox="1">
            <a:spLocks noGrp="1"/>
          </p:cNvSpPr>
          <p:nvPr>
            <p:ph type="title"/>
          </p:nvPr>
        </p:nvSpPr>
        <p:spPr>
          <a:xfrm>
            <a:off x="1154956" y="4800587"/>
            <a:ext cx="8825657"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lt2"/>
              </a:buClr>
              <a:buSzPts val="2400"/>
              <a:buFont typeface="Century Gothic"/>
              <a:buNone/>
              <a:defRPr sz="2400" b="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27"/>
          <p:cNvSpPr>
            <a:spLocks noGrp="1"/>
          </p:cNvSpPr>
          <p:nvPr>
            <p:ph type="pic" idx="2"/>
          </p:nvPr>
        </p:nvSpPr>
        <p:spPr>
          <a:xfrm>
            <a:off x="1154955" y="685800"/>
            <a:ext cx="8825658" cy="3640666"/>
          </a:xfrm>
          <a:prstGeom prst="roundRect">
            <a:avLst>
              <a:gd name="adj" fmla="val 1858"/>
            </a:avLst>
          </a:prstGeom>
          <a:noFill/>
          <a:ln>
            <a:noFill/>
          </a:ln>
          <a:effectLst>
            <a:outerShdw blurRad="50800" dist="50800" dir="5400000" algn="tl" rotWithShape="0">
              <a:srgbClr val="000000">
                <a:alpha val="42745"/>
              </a:srgbClr>
            </a:outerShdw>
          </a:effectLst>
        </p:spPr>
      </p:sp>
      <p:sp>
        <p:nvSpPr>
          <p:cNvPr id="77" name="Google Shape;77;p27"/>
          <p:cNvSpPr txBox="1">
            <a:spLocks noGrp="1"/>
          </p:cNvSpPr>
          <p:nvPr>
            <p:ph type="body" idx="1"/>
          </p:nvPr>
        </p:nvSpPr>
        <p:spPr>
          <a:xfrm>
            <a:off x="1154956" y="5367325"/>
            <a:ext cx="8825656" cy="493712"/>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960"/>
              <a:buNone/>
              <a:defRPr sz="1200"/>
            </a:lvl1pPr>
            <a:lvl2pPr marL="914400" lvl="1" indent="-228600" algn="l">
              <a:spcBef>
                <a:spcPts val="1000"/>
              </a:spcBef>
              <a:spcAft>
                <a:spcPts val="0"/>
              </a:spcAft>
              <a:buSzPts val="960"/>
              <a:buNone/>
              <a:defRPr sz="1200"/>
            </a:lvl2pPr>
            <a:lvl3pPr marL="1371600" lvl="2" indent="-228600" algn="l">
              <a:spcBef>
                <a:spcPts val="1000"/>
              </a:spcBef>
              <a:spcAft>
                <a:spcPts val="0"/>
              </a:spcAft>
              <a:buSzPts val="800"/>
              <a:buNone/>
              <a:defRPr sz="1000"/>
            </a:lvl3pPr>
            <a:lvl4pPr marL="1828800" lvl="3" indent="-228600" algn="l">
              <a:spcBef>
                <a:spcPts val="1000"/>
              </a:spcBef>
              <a:spcAft>
                <a:spcPts val="0"/>
              </a:spcAft>
              <a:buSzPts val="720"/>
              <a:buNone/>
              <a:defRPr sz="900"/>
            </a:lvl4pPr>
            <a:lvl5pPr marL="2286000" lvl="4" indent="-228600" algn="l">
              <a:spcBef>
                <a:spcPts val="1000"/>
              </a:spcBef>
              <a:spcAft>
                <a:spcPts val="0"/>
              </a:spcAft>
              <a:buSzPts val="720"/>
              <a:buNone/>
              <a:defRPr sz="900"/>
            </a:lvl5pPr>
            <a:lvl6pPr marL="2743200" lvl="5" indent="-228600" algn="l">
              <a:spcBef>
                <a:spcPts val="1000"/>
              </a:spcBef>
              <a:spcAft>
                <a:spcPts val="0"/>
              </a:spcAft>
              <a:buSzPts val="720"/>
              <a:buNone/>
              <a:defRPr sz="900"/>
            </a:lvl6pPr>
            <a:lvl7pPr marL="3200400" lvl="6" indent="-228600" algn="l">
              <a:spcBef>
                <a:spcPts val="1000"/>
              </a:spcBef>
              <a:spcAft>
                <a:spcPts val="0"/>
              </a:spcAft>
              <a:buSzPts val="720"/>
              <a:buNone/>
              <a:defRPr sz="900"/>
            </a:lvl7pPr>
            <a:lvl8pPr marL="3657600" lvl="7" indent="-228600" algn="l">
              <a:spcBef>
                <a:spcPts val="1000"/>
              </a:spcBef>
              <a:spcAft>
                <a:spcPts val="0"/>
              </a:spcAft>
              <a:buSzPts val="720"/>
              <a:buNone/>
              <a:defRPr sz="900"/>
            </a:lvl8pPr>
            <a:lvl9pPr marL="4114800" lvl="8" indent="-228600" algn="l">
              <a:spcBef>
                <a:spcPts val="1000"/>
              </a:spcBef>
              <a:spcAft>
                <a:spcPts val="0"/>
              </a:spcAft>
              <a:buSzPts val="720"/>
              <a:buNone/>
              <a:defRPr sz="900"/>
            </a:lvl9pPr>
          </a:lstStyle>
          <a:p>
            <a:endParaRPr/>
          </a:p>
        </p:txBody>
      </p:sp>
      <p:sp>
        <p:nvSpPr>
          <p:cNvPr id="78" name="Google Shape;78;p27"/>
          <p:cNvSpPr txBox="1">
            <a:spLocks noGrp="1"/>
          </p:cNvSpPr>
          <p:nvPr>
            <p:ph type="dt" idx="10"/>
          </p:nvPr>
        </p:nvSpPr>
        <p:spPr>
          <a:xfrm rot="5400000">
            <a:off x="10155639" y="1790701"/>
            <a:ext cx="990599" cy="304799"/>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27"/>
          <p:cNvSpPr txBox="1">
            <a:spLocks noGrp="1"/>
          </p:cNvSpPr>
          <p:nvPr>
            <p:ph type="ftr" idx="11"/>
          </p:nvPr>
        </p:nvSpPr>
        <p:spPr>
          <a:xfrm rot="5400000">
            <a:off x="8951573" y="3225297"/>
            <a:ext cx="3859795" cy="304801"/>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0" name="Google Shape;80;p27"/>
          <p:cNvSpPr txBox="1">
            <a:spLocks noGrp="1"/>
          </p:cNvSpPr>
          <p:nvPr>
            <p:ph type="sldNum" idx="12"/>
          </p:nvPr>
        </p:nvSpPr>
        <p:spPr>
          <a:xfrm>
            <a:off x="10352540" y="295729"/>
            <a:ext cx="838199" cy="767687"/>
          </a:xfrm>
          <a:prstGeom prst="rect">
            <a:avLst/>
          </a:prstGeom>
          <a:noFill/>
          <a:ln>
            <a:noFill/>
          </a:ln>
        </p:spPr>
        <p:txBody>
          <a:bodyPr spcFirstLastPara="1" wrap="square" lIns="91425" tIns="45700" rIns="91425" bIns="45700" anchor="b"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Caption">
  <p:cSld name="Title and Caption">
    <p:spTree>
      <p:nvGrpSpPr>
        <p:cNvPr id="1" name="Shape 81"/>
        <p:cNvGrpSpPr/>
        <p:nvPr/>
      </p:nvGrpSpPr>
      <p:grpSpPr>
        <a:xfrm>
          <a:off x="0" y="0"/>
          <a:ext cx="0" cy="0"/>
          <a:chOff x="0" y="0"/>
          <a:chExt cx="0" cy="0"/>
        </a:xfrm>
      </p:grpSpPr>
      <p:sp>
        <p:nvSpPr>
          <p:cNvPr id="82" name="Google Shape;82;p28"/>
          <p:cNvSpPr txBox="1">
            <a:spLocks noGrp="1"/>
          </p:cNvSpPr>
          <p:nvPr>
            <p:ph type="title"/>
          </p:nvPr>
        </p:nvSpPr>
        <p:spPr>
          <a:xfrm>
            <a:off x="1154954" y="1447800"/>
            <a:ext cx="8825659" cy="198120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Clr>
                <a:schemeClr val="lt2"/>
              </a:buClr>
              <a:buSzPts val="4800"/>
              <a:buFont typeface="Century Gothic"/>
              <a:buNone/>
              <a:defRPr sz="4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28"/>
          <p:cNvSpPr txBox="1">
            <a:spLocks noGrp="1"/>
          </p:cNvSpPr>
          <p:nvPr>
            <p:ph type="body" idx="1"/>
          </p:nvPr>
        </p:nvSpPr>
        <p:spPr>
          <a:xfrm>
            <a:off x="1154954" y="3657600"/>
            <a:ext cx="8825659" cy="2362200"/>
          </a:xfrm>
          <a:prstGeom prst="rect">
            <a:avLst/>
          </a:prstGeom>
          <a:noFill/>
          <a:ln>
            <a:noFill/>
          </a:ln>
        </p:spPr>
        <p:txBody>
          <a:bodyPr spcFirstLastPara="1" wrap="square" lIns="91425" tIns="45700" rIns="91425" bIns="45700" anchor="ctr" anchorCtr="0">
            <a:normAutofit/>
          </a:bodyPr>
          <a:lstStyle>
            <a:lvl1pPr marL="457200" lvl="0" indent="-228600" algn="l">
              <a:spcBef>
                <a:spcPts val="1000"/>
              </a:spcBef>
              <a:spcAft>
                <a:spcPts val="0"/>
              </a:spcAft>
              <a:buSzPts val="1440"/>
              <a:buNone/>
              <a:defRPr sz="1800"/>
            </a:lvl1pPr>
            <a:lvl2pPr marL="914400" lvl="1" indent="-228600" algn="l">
              <a:spcBef>
                <a:spcPts val="1000"/>
              </a:spcBef>
              <a:spcAft>
                <a:spcPts val="0"/>
              </a:spcAft>
              <a:buSzPts val="960"/>
              <a:buNone/>
              <a:defRPr sz="1200"/>
            </a:lvl2pPr>
            <a:lvl3pPr marL="1371600" lvl="2" indent="-228600" algn="l">
              <a:spcBef>
                <a:spcPts val="1000"/>
              </a:spcBef>
              <a:spcAft>
                <a:spcPts val="0"/>
              </a:spcAft>
              <a:buSzPts val="800"/>
              <a:buNone/>
              <a:defRPr sz="1000"/>
            </a:lvl3pPr>
            <a:lvl4pPr marL="1828800" lvl="3" indent="-228600" algn="l">
              <a:spcBef>
                <a:spcPts val="1000"/>
              </a:spcBef>
              <a:spcAft>
                <a:spcPts val="0"/>
              </a:spcAft>
              <a:buSzPts val="720"/>
              <a:buNone/>
              <a:defRPr sz="900"/>
            </a:lvl4pPr>
            <a:lvl5pPr marL="2286000" lvl="4" indent="-228600" algn="l">
              <a:spcBef>
                <a:spcPts val="1000"/>
              </a:spcBef>
              <a:spcAft>
                <a:spcPts val="0"/>
              </a:spcAft>
              <a:buSzPts val="720"/>
              <a:buNone/>
              <a:defRPr sz="900"/>
            </a:lvl5pPr>
            <a:lvl6pPr marL="2743200" lvl="5" indent="-228600" algn="l">
              <a:spcBef>
                <a:spcPts val="1000"/>
              </a:spcBef>
              <a:spcAft>
                <a:spcPts val="0"/>
              </a:spcAft>
              <a:buSzPts val="720"/>
              <a:buNone/>
              <a:defRPr sz="900"/>
            </a:lvl6pPr>
            <a:lvl7pPr marL="3200400" lvl="6" indent="-228600" algn="l">
              <a:spcBef>
                <a:spcPts val="1000"/>
              </a:spcBef>
              <a:spcAft>
                <a:spcPts val="0"/>
              </a:spcAft>
              <a:buSzPts val="720"/>
              <a:buNone/>
              <a:defRPr sz="900"/>
            </a:lvl7pPr>
            <a:lvl8pPr marL="3657600" lvl="7" indent="-228600" algn="l">
              <a:spcBef>
                <a:spcPts val="1000"/>
              </a:spcBef>
              <a:spcAft>
                <a:spcPts val="0"/>
              </a:spcAft>
              <a:buSzPts val="720"/>
              <a:buNone/>
              <a:defRPr sz="900"/>
            </a:lvl8pPr>
            <a:lvl9pPr marL="4114800" lvl="8" indent="-228600" algn="l">
              <a:spcBef>
                <a:spcPts val="1000"/>
              </a:spcBef>
              <a:spcAft>
                <a:spcPts val="0"/>
              </a:spcAft>
              <a:buSzPts val="720"/>
              <a:buNone/>
              <a:defRPr sz="900"/>
            </a:lvl9pPr>
          </a:lstStyle>
          <a:p>
            <a:endParaRPr/>
          </a:p>
        </p:txBody>
      </p:sp>
      <p:sp>
        <p:nvSpPr>
          <p:cNvPr id="84" name="Google Shape;84;p28"/>
          <p:cNvSpPr txBox="1">
            <a:spLocks noGrp="1"/>
          </p:cNvSpPr>
          <p:nvPr>
            <p:ph type="dt" idx="10"/>
          </p:nvPr>
        </p:nvSpPr>
        <p:spPr>
          <a:xfrm rot="5400000">
            <a:off x="10155639" y="1790701"/>
            <a:ext cx="990599" cy="304799"/>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28"/>
          <p:cNvSpPr txBox="1">
            <a:spLocks noGrp="1"/>
          </p:cNvSpPr>
          <p:nvPr>
            <p:ph type="ftr" idx="11"/>
          </p:nvPr>
        </p:nvSpPr>
        <p:spPr>
          <a:xfrm rot="5400000">
            <a:off x="8951573" y="3225297"/>
            <a:ext cx="3859795" cy="304801"/>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6" name="Google Shape;86;p28"/>
          <p:cNvSpPr txBox="1">
            <a:spLocks noGrp="1"/>
          </p:cNvSpPr>
          <p:nvPr>
            <p:ph type="sldNum" idx="12"/>
          </p:nvPr>
        </p:nvSpPr>
        <p:spPr>
          <a:xfrm>
            <a:off x="10352540" y="295729"/>
            <a:ext cx="838199" cy="767687"/>
          </a:xfrm>
          <a:prstGeom prst="rect">
            <a:avLst/>
          </a:prstGeom>
          <a:noFill/>
          <a:ln>
            <a:noFill/>
          </a:ln>
        </p:spPr>
        <p:txBody>
          <a:bodyPr spcFirstLastPara="1" wrap="square" lIns="91425" tIns="45700" rIns="91425" bIns="45700" anchor="b"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Quote with Caption">
  <p:cSld name="Quote with Caption">
    <p:spTree>
      <p:nvGrpSpPr>
        <p:cNvPr id="1" name="Shape 87"/>
        <p:cNvGrpSpPr/>
        <p:nvPr/>
      </p:nvGrpSpPr>
      <p:grpSpPr>
        <a:xfrm>
          <a:off x="0" y="0"/>
          <a:ext cx="0" cy="0"/>
          <a:chOff x="0" y="0"/>
          <a:chExt cx="0" cy="0"/>
        </a:xfrm>
      </p:grpSpPr>
      <p:sp>
        <p:nvSpPr>
          <p:cNvPr id="88" name="Google Shape;88;p29"/>
          <p:cNvSpPr txBox="1">
            <a:spLocks noGrp="1"/>
          </p:cNvSpPr>
          <p:nvPr>
            <p:ph type="title"/>
          </p:nvPr>
        </p:nvSpPr>
        <p:spPr>
          <a:xfrm>
            <a:off x="1574801" y="1447800"/>
            <a:ext cx="7999315" cy="2323374"/>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Clr>
                <a:schemeClr val="lt2"/>
              </a:buClr>
              <a:buSzPts val="4800"/>
              <a:buFont typeface="Century Gothic"/>
              <a:buNone/>
              <a:defRPr sz="4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9" name="Google Shape;89;p29"/>
          <p:cNvSpPr txBox="1">
            <a:spLocks noGrp="1"/>
          </p:cNvSpPr>
          <p:nvPr>
            <p:ph type="body" idx="1"/>
          </p:nvPr>
        </p:nvSpPr>
        <p:spPr>
          <a:xfrm>
            <a:off x="1930400" y="3771174"/>
            <a:ext cx="7279649" cy="342174"/>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120"/>
              <a:buNone/>
              <a:defRPr sz="1400" b="0" i="0" cap="small">
                <a:solidFill>
                  <a:srgbClr val="86D1D8"/>
                </a:solidFill>
                <a:latin typeface="Century Gothic"/>
                <a:ea typeface="Century Gothic"/>
                <a:cs typeface="Century Gothic"/>
                <a:sym typeface="Century Gothic"/>
              </a:defRPr>
            </a:lvl1pPr>
            <a:lvl2pPr marL="914400" lvl="1" indent="-228600" algn="l">
              <a:spcBef>
                <a:spcPts val="1000"/>
              </a:spcBef>
              <a:spcAft>
                <a:spcPts val="0"/>
              </a:spcAft>
              <a:buSzPts val="960"/>
              <a:buNone/>
              <a:defRPr sz="1200"/>
            </a:lvl2pPr>
            <a:lvl3pPr marL="1371600" lvl="2" indent="-228600" algn="l">
              <a:spcBef>
                <a:spcPts val="1000"/>
              </a:spcBef>
              <a:spcAft>
                <a:spcPts val="0"/>
              </a:spcAft>
              <a:buSzPts val="800"/>
              <a:buNone/>
              <a:defRPr sz="1000"/>
            </a:lvl3pPr>
            <a:lvl4pPr marL="1828800" lvl="3" indent="-228600" algn="l">
              <a:spcBef>
                <a:spcPts val="1000"/>
              </a:spcBef>
              <a:spcAft>
                <a:spcPts val="0"/>
              </a:spcAft>
              <a:buSzPts val="720"/>
              <a:buNone/>
              <a:defRPr sz="900"/>
            </a:lvl4pPr>
            <a:lvl5pPr marL="2286000" lvl="4" indent="-228600" algn="l">
              <a:spcBef>
                <a:spcPts val="1000"/>
              </a:spcBef>
              <a:spcAft>
                <a:spcPts val="0"/>
              </a:spcAft>
              <a:buSzPts val="720"/>
              <a:buNone/>
              <a:defRPr sz="900"/>
            </a:lvl5pPr>
            <a:lvl6pPr marL="2743200" lvl="5" indent="-228600" algn="l">
              <a:spcBef>
                <a:spcPts val="1000"/>
              </a:spcBef>
              <a:spcAft>
                <a:spcPts val="0"/>
              </a:spcAft>
              <a:buSzPts val="720"/>
              <a:buNone/>
              <a:defRPr sz="900"/>
            </a:lvl6pPr>
            <a:lvl7pPr marL="3200400" lvl="6" indent="-228600" algn="l">
              <a:spcBef>
                <a:spcPts val="1000"/>
              </a:spcBef>
              <a:spcAft>
                <a:spcPts val="0"/>
              </a:spcAft>
              <a:buSzPts val="720"/>
              <a:buNone/>
              <a:defRPr sz="900"/>
            </a:lvl7pPr>
            <a:lvl8pPr marL="3657600" lvl="7" indent="-228600" algn="l">
              <a:spcBef>
                <a:spcPts val="1000"/>
              </a:spcBef>
              <a:spcAft>
                <a:spcPts val="0"/>
              </a:spcAft>
              <a:buSzPts val="720"/>
              <a:buNone/>
              <a:defRPr sz="900"/>
            </a:lvl8pPr>
            <a:lvl9pPr marL="4114800" lvl="8" indent="-228600" algn="l">
              <a:spcBef>
                <a:spcPts val="1000"/>
              </a:spcBef>
              <a:spcAft>
                <a:spcPts val="0"/>
              </a:spcAft>
              <a:buSzPts val="720"/>
              <a:buNone/>
              <a:defRPr sz="900"/>
            </a:lvl9pPr>
          </a:lstStyle>
          <a:p>
            <a:endParaRPr/>
          </a:p>
        </p:txBody>
      </p:sp>
      <p:sp>
        <p:nvSpPr>
          <p:cNvPr id="90" name="Google Shape;90;p29"/>
          <p:cNvSpPr txBox="1">
            <a:spLocks noGrp="1"/>
          </p:cNvSpPr>
          <p:nvPr>
            <p:ph type="body" idx="2"/>
          </p:nvPr>
        </p:nvSpPr>
        <p:spPr>
          <a:xfrm>
            <a:off x="1154954" y="4350657"/>
            <a:ext cx="8825659" cy="1676400"/>
          </a:xfrm>
          <a:prstGeom prst="rect">
            <a:avLst/>
          </a:prstGeom>
          <a:noFill/>
          <a:ln>
            <a:noFill/>
          </a:ln>
        </p:spPr>
        <p:txBody>
          <a:bodyPr spcFirstLastPara="1" wrap="square" lIns="91425" tIns="45700" rIns="91425" bIns="45700" anchor="ctr" anchorCtr="0">
            <a:normAutofit/>
          </a:bodyPr>
          <a:lstStyle>
            <a:lvl1pPr marL="457200" lvl="0" indent="-228600" algn="l">
              <a:spcBef>
                <a:spcPts val="1000"/>
              </a:spcBef>
              <a:spcAft>
                <a:spcPts val="0"/>
              </a:spcAft>
              <a:buSzPts val="1440"/>
              <a:buNone/>
              <a:defRPr sz="1800"/>
            </a:lvl1pPr>
            <a:lvl2pPr marL="914400" lvl="1" indent="-228600" algn="l">
              <a:spcBef>
                <a:spcPts val="1000"/>
              </a:spcBef>
              <a:spcAft>
                <a:spcPts val="0"/>
              </a:spcAft>
              <a:buSzPts val="960"/>
              <a:buNone/>
              <a:defRPr sz="1200"/>
            </a:lvl2pPr>
            <a:lvl3pPr marL="1371600" lvl="2" indent="-228600" algn="l">
              <a:spcBef>
                <a:spcPts val="1000"/>
              </a:spcBef>
              <a:spcAft>
                <a:spcPts val="0"/>
              </a:spcAft>
              <a:buSzPts val="800"/>
              <a:buNone/>
              <a:defRPr sz="1000"/>
            </a:lvl3pPr>
            <a:lvl4pPr marL="1828800" lvl="3" indent="-228600" algn="l">
              <a:spcBef>
                <a:spcPts val="1000"/>
              </a:spcBef>
              <a:spcAft>
                <a:spcPts val="0"/>
              </a:spcAft>
              <a:buSzPts val="720"/>
              <a:buNone/>
              <a:defRPr sz="900"/>
            </a:lvl4pPr>
            <a:lvl5pPr marL="2286000" lvl="4" indent="-228600" algn="l">
              <a:spcBef>
                <a:spcPts val="1000"/>
              </a:spcBef>
              <a:spcAft>
                <a:spcPts val="0"/>
              </a:spcAft>
              <a:buSzPts val="720"/>
              <a:buNone/>
              <a:defRPr sz="900"/>
            </a:lvl5pPr>
            <a:lvl6pPr marL="2743200" lvl="5" indent="-228600" algn="l">
              <a:spcBef>
                <a:spcPts val="1000"/>
              </a:spcBef>
              <a:spcAft>
                <a:spcPts val="0"/>
              </a:spcAft>
              <a:buSzPts val="720"/>
              <a:buNone/>
              <a:defRPr sz="900"/>
            </a:lvl6pPr>
            <a:lvl7pPr marL="3200400" lvl="6" indent="-228600" algn="l">
              <a:spcBef>
                <a:spcPts val="1000"/>
              </a:spcBef>
              <a:spcAft>
                <a:spcPts val="0"/>
              </a:spcAft>
              <a:buSzPts val="720"/>
              <a:buNone/>
              <a:defRPr sz="900"/>
            </a:lvl7pPr>
            <a:lvl8pPr marL="3657600" lvl="7" indent="-228600" algn="l">
              <a:spcBef>
                <a:spcPts val="1000"/>
              </a:spcBef>
              <a:spcAft>
                <a:spcPts val="0"/>
              </a:spcAft>
              <a:buSzPts val="720"/>
              <a:buNone/>
              <a:defRPr sz="900"/>
            </a:lvl8pPr>
            <a:lvl9pPr marL="4114800" lvl="8" indent="-228600" algn="l">
              <a:spcBef>
                <a:spcPts val="1000"/>
              </a:spcBef>
              <a:spcAft>
                <a:spcPts val="0"/>
              </a:spcAft>
              <a:buSzPts val="720"/>
              <a:buNone/>
              <a:defRPr sz="900"/>
            </a:lvl9pPr>
          </a:lstStyle>
          <a:p>
            <a:endParaRPr/>
          </a:p>
        </p:txBody>
      </p:sp>
      <p:sp>
        <p:nvSpPr>
          <p:cNvPr id="91" name="Google Shape;91;p29"/>
          <p:cNvSpPr txBox="1">
            <a:spLocks noGrp="1"/>
          </p:cNvSpPr>
          <p:nvPr>
            <p:ph type="dt" idx="10"/>
          </p:nvPr>
        </p:nvSpPr>
        <p:spPr>
          <a:xfrm rot="5400000">
            <a:off x="10155639" y="1790701"/>
            <a:ext cx="990599" cy="304799"/>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2" name="Google Shape;92;p29"/>
          <p:cNvSpPr txBox="1">
            <a:spLocks noGrp="1"/>
          </p:cNvSpPr>
          <p:nvPr>
            <p:ph type="ftr" idx="11"/>
          </p:nvPr>
        </p:nvSpPr>
        <p:spPr>
          <a:xfrm rot="5400000">
            <a:off x="8951573" y="3225297"/>
            <a:ext cx="3859795" cy="304801"/>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3" name="Google Shape;93;p29"/>
          <p:cNvSpPr txBox="1">
            <a:spLocks noGrp="1"/>
          </p:cNvSpPr>
          <p:nvPr>
            <p:ph type="sldNum" idx="12"/>
          </p:nvPr>
        </p:nvSpPr>
        <p:spPr>
          <a:xfrm>
            <a:off x="10352540" y="295729"/>
            <a:ext cx="838199" cy="767687"/>
          </a:xfrm>
          <a:prstGeom prst="rect">
            <a:avLst/>
          </a:prstGeom>
          <a:noFill/>
          <a:ln>
            <a:noFill/>
          </a:ln>
        </p:spPr>
        <p:txBody>
          <a:bodyPr spcFirstLastPara="1" wrap="square" lIns="91425" tIns="45700" rIns="91425" bIns="45700" anchor="b"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
        <p:nvSpPr>
          <p:cNvPr id="94" name="Google Shape;94;p29"/>
          <p:cNvSpPr txBox="1"/>
          <p:nvPr/>
        </p:nvSpPr>
        <p:spPr>
          <a:xfrm>
            <a:off x="898295" y="971253"/>
            <a:ext cx="801912" cy="196977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2200" b="0" i="0">
                <a:solidFill>
                  <a:srgbClr val="86D1D8"/>
                </a:solidFill>
                <a:latin typeface="Arial"/>
                <a:ea typeface="Arial"/>
                <a:cs typeface="Arial"/>
                <a:sym typeface="Arial"/>
              </a:rPr>
              <a:t>“</a:t>
            </a:r>
            <a:endParaRPr/>
          </a:p>
        </p:txBody>
      </p:sp>
      <p:sp>
        <p:nvSpPr>
          <p:cNvPr id="95" name="Google Shape;95;p29"/>
          <p:cNvSpPr txBox="1"/>
          <p:nvPr/>
        </p:nvSpPr>
        <p:spPr>
          <a:xfrm>
            <a:off x="9330490" y="2613787"/>
            <a:ext cx="801912" cy="196977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2200" b="0" i="0">
                <a:solidFill>
                  <a:srgbClr val="86D1D8"/>
                </a:solidFill>
                <a:latin typeface="Arial"/>
                <a:ea typeface="Arial"/>
                <a:cs typeface="Arial"/>
                <a:sym typeface="Arial"/>
              </a:rPr>
              <a:t>”</a:t>
            </a:r>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Name Card">
  <p:cSld name="Name Card">
    <p:spTree>
      <p:nvGrpSpPr>
        <p:cNvPr id="1" name="Shape 96"/>
        <p:cNvGrpSpPr/>
        <p:nvPr/>
      </p:nvGrpSpPr>
      <p:grpSpPr>
        <a:xfrm>
          <a:off x="0" y="0"/>
          <a:ext cx="0" cy="0"/>
          <a:chOff x="0" y="0"/>
          <a:chExt cx="0" cy="0"/>
        </a:xfrm>
      </p:grpSpPr>
      <p:sp>
        <p:nvSpPr>
          <p:cNvPr id="97" name="Google Shape;97;p30"/>
          <p:cNvSpPr txBox="1">
            <a:spLocks noGrp="1"/>
          </p:cNvSpPr>
          <p:nvPr>
            <p:ph type="title"/>
          </p:nvPr>
        </p:nvSpPr>
        <p:spPr>
          <a:xfrm>
            <a:off x="1154954" y="3124201"/>
            <a:ext cx="8825660" cy="165318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Clr>
                <a:schemeClr val="lt2"/>
              </a:buClr>
              <a:buSzPts val="4000"/>
              <a:buFont typeface="Century Gothic"/>
              <a:buNone/>
              <a:defRPr sz="4000" b="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8" name="Google Shape;98;p30"/>
          <p:cNvSpPr txBox="1">
            <a:spLocks noGrp="1"/>
          </p:cNvSpPr>
          <p:nvPr>
            <p:ph type="body" idx="1"/>
          </p:nvPr>
        </p:nvSpPr>
        <p:spPr>
          <a:xfrm>
            <a:off x="1154954" y="4777381"/>
            <a:ext cx="8825659" cy="860400"/>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600"/>
              <a:buNone/>
              <a:defRPr sz="2000" cap="none">
                <a:solidFill>
                  <a:srgbClr val="86D1D8"/>
                </a:solidFill>
              </a:defRPr>
            </a:lvl1pPr>
            <a:lvl2pPr marL="914400" lvl="1" indent="-228600" algn="l">
              <a:spcBef>
                <a:spcPts val="1000"/>
              </a:spcBef>
              <a:spcAft>
                <a:spcPts val="0"/>
              </a:spcAft>
              <a:buSzPts val="1440"/>
              <a:buNone/>
              <a:defRPr sz="1800">
                <a:solidFill>
                  <a:schemeClr val="lt1"/>
                </a:solidFill>
              </a:defRPr>
            </a:lvl2pPr>
            <a:lvl3pPr marL="1371600" lvl="2" indent="-228600" algn="l">
              <a:spcBef>
                <a:spcPts val="1000"/>
              </a:spcBef>
              <a:spcAft>
                <a:spcPts val="0"/>
              </a:spcAft>
              <a:buSzPts val="1280"/>
              <a:buNone/>
              <a:defRPr sz="1600">
                <a:solidFill>
                  <a:schemeClr val="lt1"/>
                </a:solidFill>
              </a:defRPr>
            </a:lvl3pPr>
            <a:lvl4pPr marL="1828800" lvl="3" indent="-228600" algn="l">
              <a:spcBef>
                <a:spcPts val="1000"/>
              </a:spcBef>
              <a:spcAft>
                <a:spcPts val="0"/>
              </a:spcAft>
              <a:buSzPts val="1120"/>
              <a:buNone/>
              <a:defRPr sz="1400">
                <a:solidFill>
                  <a:schemeClr val="lt1"/>
                </a:solidFill>
              </a:defRPr>
            </a:lvl4pPr>
            <a:lvl5pPr marL="2286000" lvl="4" indent="-228600" algn="l">
              <a:spcBef>
                <a:spcPts val="1000"/>
              </a:spcBef>
              <a:spcAft>
                <a:spcPts val="0"/>
              </a:spcAft>
              <a:buSzPts val="1120"/>
              <a:buNone/>
              <a:defRPr sz="1400">
                <a:solidFill>
                  <a:schemeClr val="lt1"/>
                </a:solidFill>
              </a:defRPr>
            </a:lvl5pPr>
            <a:lvl6pPr marL="2743200" lvl="5" indent="-228600" algn="l">
              <a:spcBef>
                <a:spcPts val="1000"/>
              </a:spcBef>
              <a:spcAft>
                <a:spcPts val="0"/>
              </a:spcAft>
              <a:buSzPts val="1120"/>
              <a:buNone/>
              <a:defRPr sz="1400">
                <a:solidFill>
                  <a:schemeClr val="lt1"/>
                </a:solidFill>
              </a:defRPr>
            </a:lvl6pPr>
            <a:lvl7pPr marL="3200400" lvl="6" indent="-228600" algn="l">
              <a:spcBef>
                <a:spcPts val="1000"/>
              </a:spcBef>
              <a:spcAft>
                <a:spcPts val="0"/>
              </a:spcAft>
              <a:buSzPts val="1120"/>
              <a:buNone/>
              <a:defRPr sz="1400">
                <a:solidFill>
                  <a:schemeClr val="lt1"/>
                </a:solidFill>
              </a:defRPr>
            </a:lvl7pPr>
            <a:lvl8pPr marL="3657600" lvl="7" indent="-228600" algn="l">
              <a:spcBef>
                <a:spcPts val="1000"/>
              </a:spcBef>
              <a:spcAft>
                <a:spcPts val="0"/>
              </a:spcAft>
              <a:buSzPts val="1120"/>
              <a:buNone/>
              <a:defRPr sz="1400">
                <a:solidFill>
                  <a:schemeClr val="lt1"/>
                </a:solidFill>
              </a:defRPr>
            </a:lvl8pPr>
            <a:lvl9pPr marL="4114800" lvl="8" indent="-228600" algn="l">
              <a:spcBef>
                <a:spcPts val="1000"/>
              </a:spcBef>
              <a:spcAft>
                <a:spcPts val="0"/>
              </a:spcAft>
              <a:buSzPts val="1120"/>
              <a:buNone/>
              <a:defRPr sz="1400">
                <a:solidFill>
                  <a:schemeClr val="lt1"/>
                </a:solidFill>
              </a:defRPr>
            </a:lvl9pPr>
          </a:lstStyle>
          <a:p>
            <a:endParaRPr/>
          </a:p>
        </p:txBody>
      </p:sp>
      <p:sp>
        <p:nvSpPr>
          <p:cNvPr id="99" name="Google Shape;99;p30"/>
          <p:cNvSpPr txBox="1">
            <a:spLocks noGrp="1"/>
          </p:cNvSpPr>
          <p:nvPr>
            <p:ph type="dt" idx="10"/>
          </p:nvPr>
        </p:nvSpPr>
        <p:spPr>
          <a:xfrm rot="5400000">
            <a:off x="10155639" y="1790701"/>
            <a:ext cx="990599" cy="304799"/>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0" name="Google Shape;100;p30"/>
          <p:cNvSpPr txBox="1">
            <a:spLocks noGrp="1"/>
          </p:cNvSpPr>
          <p:nvPr>
            <p:ph type="ftr" idx="11"/>
          </p:nvPr>
        </p:nvSpPr>
        <p:spPr>
          <a:xfrm rot="5400000">
            <a:off x="8951573" y="3225297"/>
            <a:ext cx="3859795" cy="304801"/>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1" name="Google Shape;101;p30"/>
          <p:cNvSpPr txBox="1">
            <a:spLocks noGrp="1"/>
          </p:cNvSpPr>
          <p:nvPr>
            <p:ph type="sldNum" idx="12"/>
          </p:nvPr>
        </p:nvSpPr>
        <p:spPr>
          <a:xfrm>
            <a:off x="10352540" y="295729"/>
            <a:ext cx="838199" cy="767687"/>
          </a:xfrm>
          <a:prstGeom prst="rect">
            <a:avLst/>
          </a:prstGeom>
          <a:noFill/>
          <a:ln>
            <a:noFill/>
          </a:ln>
        </p:spPr>
        <p:txBody>
          <a:bodyPr spcFirstLastPara="1" wrap="square" lIns="91425" tIns="45700" rIns="91425" bIns="45700" anchor="b"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3 Column">
  <p:cSld name="3 Column">
    <p:spTree>
      <p:nvGrpSpPr>
        <p:cNvPr id="1" name="Shape 102"/>
        <p:cNvGrpSpPr/>
        <p:nvPr/>
      </p:nvGrpSpPr>
      <p:grpSpPr>
        <a:xfrm>
          <a:off x="0" y="0"/>
          <a:ext cx="0" cy="0"/>
          <a:chOff x="0" y="0"/>
          <a:chExt cx="0" cy="0"/>
        </a:xfrm>
      </p:grpSpPr>
      <p:sp>
        <p:nvSpPr>
          <p:cNvPr id="103" name="Google Shape;103;p31"/>
          <p:cNvSpPr txBox="1">
            <a:spLocks noGrp="1"/>
          </p:cNvSpPr>
          <p:nvPr>
            <p:ph type="title"/>
          </p:nvPr>
        </p:nvSpPr>
        <p:spPr>
          <a:xfrm>
            <a:off x="646111" y="452718"/>
            <a:ext cx="9404723" cy="140053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Clr>
                <a:schemeClr val="lt2"/>
              </a:buClr>
              <a:buSzPts val="4200"/>
              <a:buFont typeface="Century Gothic"/>
              <a:buNone/>
              <a:defRPr sz="4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4" name="Google Shape;104;p31"/>
          <p:cNvSpPr txBox="1">
            <a:spLocks noGrp="1"/>
          </p:cNvSpPr>
          <p:nvPr>
            <p:ph type="body" idx="1"/>
          </p:nvPr>
        </p:nvSpPr>
        <p:spPr>
          <a:xfrm>
            <a:off x="632947" y="1981200"/>
            <a:ext cx="2946866" cy="576262"/>
          </a:xfrm>
          <a:prstGeom prst="rect">
            <a:avLst/>
          </a:prstGeom>
          <a:noFill/>
          <a:ln>
            <a:noFill/>
          </a:ln>
        </p:spPr>
        <p:txBody>
          <a:bodyPr spcFirstLastPara="1" wrap="square" lIns="91425" tIns="45700" rIns="91425" bIns="45700" anchor="b" anchorCtr="0">
            <a:noAutofit/>
          </a:bodyPr>
          <a:lstStyle>
            <a:lvl1pPr marL="457200" lvl="0" indent="-228600" algn="l">
              <a:spcBef>
                <a:spcPts val="1000"/>
              </a:spcBef>
              <a:spcAft>
                <a:spcPts val="0"/>
              </a:spcAft>
              <a:buSzPts val="1920"/>
              <a:buNone/>
              <a:defRPr sz="2400" b="0">
                <a:solidFill>
                  <a:srgbClr val="86D1D8"/>
                </a:solidFill>
              </a:defRPr>
            </a:lvl1pPr>
            <a:lvl2pPr marL="914400" lvl="1" indent="-228600" algn="l">
              <a:spcBef>
                <a:spcPts val="1000"/>
              </a:spcBef>
              <a:spcAft>
                <a:spcPts val="0"/>
              </a:spcAft>
              <a:buSzPts val="1600"/>
              <a:buNone/>
              <a:defRPr sz="2000" b="1"/>
            </a:lvl2pPr>
            <a:lvl3pPr marL="1371600" lvl="2" indent="-228600" algn="l">
              <a:spcBef>
                <a:spcPts val="1000"/>
              </a:spcBef>
              <a:spcAft>
                <a:spcPts val="0"/>
              </a:spcAft>
              <a:buSzPts val="1440"/>
              <a:buNone/>
              <a:defRPr sz="1800" b="1"/>
            </a:lvl3pPr>
            <a:lvl4pPr marL="1828800" lvl="3" indent="-228600" algn="l">
              <a:spcBef>
                <a:spcPts val="1000"/>
              </a:spcBef>
              <a:spcAft>
                <a:spcPts val="0"/>
              </a:spcAft>
              <a:buSzPts val="1280"/>
              <a:buNone/>
              <a:defRPr sz="1600" b="1"/>
            </a:lvl4pPr>
            <a:lvl5pPr marL="2286000" lvl="4" indent="-228600" algn="l">
              <a:spcBef>
                <a:spcPts val="1000"/>
              </a:spcBef>
              <a:spcAft>
                <a:spcPts val="0"/>
              </a:spcAft>
              <a:buSzPts val="1280"/>
              <a:buNone/>
              <a:defRPr sz="1600" b="1"/>
            </a:lvl5pPr>
            <a:lvl6pPr marL="2743200" lvl="5" indent="-228600" algn="l">
              <a:spcBef>
                <a:spcPts val="1000"/>
              </a:spcBef>
              <a:spcAft>
                <a:spcPts val="0"/>
              </a:spcAft>
              <a:buSzPts val="1280"/>
              <a:buNone/>
              <a:defRPr sz="1600" b="1"/>
            </a:lvl6pPr>
            <a:lvl7pPr marL="3200400" lvl="6" indent="-228600" algn="l">
              <a:spcBef>
                <a:spcPts val="1000"/>
              </a:spcBef>
              <a:spcAft>
                <a:spcPts val="0"/>
              </a:spcAft>
              <a:buSzPts val="1280"/>
              <a:buNone/>
              <a:defRPr sz="1600" b="1"/>
            </a:lvl7pPr>
            <a:lvl8pPr marL="3657600" lvl="7" indent="-228600" algn="l">
              <a:spcBef>
                <a:spcPts val="1000"/>
              </a:spcBef>
              <a:spcAft>
                <a:spcPts val="0"/>
              </a:spcAft>
              <a:buSzPts val="1280"/>
              <a:buNone/>
              <a:defRPr sz="1600" b="1"/>
            </a:lvl8pPr>
            <a:lvl9pPr marL="4114800" lvl="8" indent="-228600" algn="l">
              <a:spcBef>
                <a:spcPts val="1000"/>
              </a:spcBef>
              <a:spcAft>
                <a:spcPts val="0"/>
              </a:spcAft>
              <a:buSzPts val="1280"/>
              <a:buNone/>
              <a:defRPr sz="1600" b="1"/>
            </a:lvl9pPr>
          </a:lstStyle>
          <a:p>
            <a:endParaRPr/>
          </a:p>
        </p:txBody>
      </p:sp>
      <p:sp>
        <p:nvSpPr>
          <p:cNvPr id="105" name="Google Shape;105;p31"/>
          <p:cNvSpPr txBox="1">
            <a:spLocks noGrp="1"/>
          </p:cNvSpPr>
          <p:nvPr>
            <p:ph type="body" idx="2"/>
          </p:nvPr>
        </p:nvSpPr>
        <p:spPr>
          <a:xfrm>
            <a:off x="652463" y="2667000"/>
            <a:ext cx="2927350" cy="3589338"/>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120"/>
              <a:buNone/>
              <a:defRPr sz="1400"/>
            </a:lvl1pPr>
            <a:lvl2pPr marL="914400" lvl="1" indent="-228600" algn="l">
              <a:spcBef>
                <a:spcPts val="1000"/>
              </a:spcBef>
              <a:spcAft>
                <a:spcPts val="0"/>
              </a:spcAft>
              <a:buSzPts val="960"/>
              <a:buNone/>
              <a:defRPr sz="1200"/>
            </a:lvl2pPr>
            <a:lvl3pPr marL="1371600" lvl="2" indent="-228600" algn="l">
              <a:spcBef>
                <a:spcPts val="1000"/>
              </a:spcBef>
              <a:spcAft>
                <a:spcPts val="0"/>
              </a:spcAft>
              <a:buSzPts val="800"/>
              <a:buNone/>
              <a:defRPr sz="1000"/>
            </a:lvl3pPr>
            <a:lvl4pPr marL="1828800" lvl="3" indent="-228600" algn="l">
              <a:spcBef>
                <a:spcPts val="1000"/>
              </a:spcBef>
              <a:spcAft>
                <a:spcPts val="0"/>
              </a:spcAft>
              <a:buSzPts val="720"/>
              <a:buNone/>
              <a:defRPr sz="900"/>
            </a:lvl4pPr>
            <a:lvl5pPr marL="2286000" lvl="4" indent="-228600" algn="l">
              <a:spcBef>
                <a:spcPts val="1000"/>
              </a:spcBef>
              <a:spcAft>
                <a:spcPts val="0"/>
              </a:spcAft>
              <a:buSzPts val="720"/>
              <a:buNone/>
              <a:defRPr sz="900"/>
            </a:lvl5pPr>
            <a:lvl6pPr marL="2743200" lvl="5" indent="-228600" algn="l">
              <a:spcBef>
                <a:spcPts val="1000"/>
              </a:spcBef>
              <a:spcAft>
                <a:spcPts val="0"/>
              </a:spcAft>
              <a:buSzPts val="720"/>
              <a:buNone/>
              <a:defRPr sz="900"/>
            </a:lvl6pPr>
            <a:lvl7pPr marL="3200400" lvl="6" indent="-228600" algn="l">
              <a:spcBef>
                <a:spcPts val="1000"/>
              </a:spcBef>
              <a:spcAft>
                <a:spcPts val="0"/>
              </a:spcAft>
              <a:buSzPts val="720"/>
              <a:buNone/>
              <a:defRPr sz="900"/>
            </a:lvl7pPr>
            <a:lvl8pPr marL="3657600" lvl="7" indent="-228600" algn="l">
              <a:spcBef>
                <a:spcPts val="1000"/>
              </a:spcBef>
              <a:spcAft>
                <a:spcPts val="0"/>
              </a:spcAft>
              <a:buSzPts val="720"/>
              <a:buNone/>
              <a:defRPr sz="900"/>
            </a:lvl8pPr>
            <a:lvl9pPr marL="4114800" lvl="8" indent="-228600" algn="l">
              <a:spcBef>
                <a:spcPts val="1000"/>
              </a:spcBef>
              <a:spcAft>
                <a:spcPts val="0"/>
              </a:spcAft>
              <a:buSzPts val="720"/>
              <a:buNone/>
              <a:defRPr sz="900"/>
            </a:lvl9pPr>
          </a:lstStyle>
          <a:p>
            <a:endParaRPr/>
          </a:p>
        </p:txBody>
      </p:sp>
      <p:sp>
        <p:nvSpPr>
          <p:cNvPr id="106" name="Google Shape;106;p31"/>
          <p:cNvSpPr txBox="1">
            <a:spLocks noGrp="1"/>
          </p:cNvSpPr>
          <p:nvPr>
            <p:ph type="body" idx="3"/>
          </p:nvPr>
        </p:nvSpPr>
        <p:spPr>
          <a:xfrm>
            <a:off x="3883659" y="1981200"/>
            <a:ext cx="2936241" cy="576262"/>
          </a:xfrm>
          <a:prstGeom prst="rect">
            <a:avLst/>
          </a:prstGeom>
          <a:noFill/>
          <a:ln>
            <a:noFill/>
          </a:ln>
        </p:spPr>
        <p:txBody>
          <a:bodyPr spcFirstLastPara="1" wrap="square" lIns="91425" tIns="45700" rIns="91425" bIns="45700" anchor="b" anchorCtr="0">
            <a:noAutofit/>
          </a:bodyPr>
          <a:lstStyle>
            <a:lvl1pPr marL="457200" lvl="0" indent="-228600" algn="l">
              <a:spcBef>
                <a:spcPts val="1000"/>
              </a:spcBef>
              <a:spcAft>
                <a:spcPts val="0"/>
              </a:spcAft>
              <a:buSzPts val="1920"/>
              <a:buNone/>
              <a:defRPr sz="2400" b="0">
                <a:solidFill>
                  <a:srgbClr val="86D1D8"/>
                </a:solidFill>
              </a:defRPr>
            </a:lvl1pPr>
            <a:lvl2pPr marL="914400" lvl="1" indent="-228600" algn="l">
              <a:spcBef>
                <a:spcPts val="1000"/>
              </a:spcBef>
              <a:spcAft>
                <a:spcPts val="0"/>
              </a:spcAft>
              <a:buSzPts val="1600"/>
              <a:buNone/>
              <a:defRPr sz="2000" b="1"/>
            </a:lvl2pPr>
            <a:lvl3pPr marL="1371600" lvl="2" indent="-228600" algn="l">
              <a:spcBef>
                <a:spcPts val="1000"/>
              </a:spcBef>
              <a:spcAft>
                <a:spcPts val="0"/>
              </a:spcAft>
              <a:buSzPts val="1440"/>
              <a:buNone/>
              <a:defRPr sz="1800" b="1"/>
            </a:lvl3pPr>
            <a:lvl4pPr marL="1828800" lvl="3" indent="-228600" algn="l">
              <a:spcBef>
                <a:spcPts val="1000"/>
              </a:spcBef>
              <a:spcAft>
                <a:spcPts val="0"/>
              </a:spcAft>
              <a:buSzPts val="1280"/>
              <a:buNone/>
              <a:defRPr sz="1600" b="1"/>
            </a:lvl4pPr>
            <a:lvl5pPr marL="2286000" lvl="4" indent="-228600" algn="l">
              <a:spcBef>
                <a:spcPts val="1000"/>
              </a:spcBef>
              <a:spcAft>
                <a:spcPts val="0"/>
              </a:spcAft>
              <a:buSzPts val="1280"/>
              <a:buNone/>
              <a:defRPr sz="1600" b="1"/>
            </a:lvl5pPr>
            <a:lvl6pPr marL="2743200" lvl="5" indent="-228600" algn="l">
              <a:spcBef>
                <a:spcPts val="1000"/>
              </a:spcBef>
              <a:spcAft>
                <a:spcPts val="0"/>
              </a:spcAft>
              <a:buSzPts val="1280"/>
              <a:buNone/>
              <a:defRPr sz="1600" b="1"/>
            </a:lvl6pPr>
            <a:lvl7pPr marL="3200400" lvl="6" indent="-228600" algn="l">
              <a:spcBef>
                <a:spcPts val="1000"/>
              </a:spcBef>
              <a:spcAft>
                <a:spcPts val="0"/>
              </a:spcAft>
              <a:buSzPts val="1280"/>
              <a:buNone/>
              <a:defRPr sz="1600" b="1"/>
            </a:lvl7pPr>
            <a:lvl8pPr marL="3657600" lvl="7" indent="-228600" algn="l">
              <a:spcBef>
                <a:spcPts val="1000"/>
              </a:spcBef>
              <a:spcAft>
                <a:spcPts val="0"/>
              </a:spcAft>
              <a:buSzPts val="1280"/>
              <a:buNone/>
              <a:defRPr sz="1600" b="1"/>
            </a:lvl8pPr>
            <a:lvl9pPr marL="4114800" lvl="8" indent="-228600" algn="l">
              <a:spcBef>
                <a:spcPts val="1000"/>
              </a:spcBef>
              <a:spcAft>
                <a:spcPts val="0"/>
              </a:spcAft>
              <a:buSzPts val="1280"/>
              <a:buNone/>
              <a:defRPr sz="1600" b="1"/>
            </a:lvl9pPr>
          </a:lstStyle>
          <a:p>
            <a:endParaRPr/>
          </a:p>
        </p:txBody>
      </p:sp>
      <p:sp>
        <p:nvSpPr>
          <p:cNvPr id="107" name="Google Shape;107;p31"/>
          <p:cNvSpPr txBox="1">
            <a:spLocks noGrp="1"/>
          </p:cNvSpPr>
          <p:nvPr>
            <p:ph type="body" idx="4"/>
          </p:nvPr>
        </p:nvSpPr>
        <p:spPr>
          <a:xfrm>
            <a:off x="3873106" y="2667000"/>
            <a:ext cx="2946794" cy="3589338"/>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120"/>
              <a:buNone/>
              <a:defRPr sz="1400"/>
            </a:lvl1pPr>
            <a:lvl2pPr marL="914400" lvl="1" indent="-228600" algn="l">
              <a:spcBef>
                <a:spcPts val="1000"/>
              </a:spcBef>
              <a:spcAft>
                <a:spcPts val="0"/>
              </a:spcAft>
              <a:buSzPts val="960"/>
              <a:buNone/>
              <a:defRPr sz="1200"/>
            </a:lvl2pPr>
            <a:lvl3pPr marL="1371600" lvl="2" indent="-228600" algn="l">
              <a:spcBef>
                <a:spcPts val="1000"/>
              </a:spcBef>
              <a:spcAft>
                <a:spcPts val="0"/>
              </a:spcAft>
              <a:buSzPts val="800"/>
              <a:buNone/>
              <a:defRPr sz="1000"/>
            </a:lvl3pPr>
            <a:lvl4pPr marL="1828800" lvl="3" indent="-228600" algn="l">
              <a:spcBef>
                <a:spcPts val="1000"/>
              </a:spcBef>
              <a:spcAft>
                <a:spcPts val="0"/>
              </a:spcAft>
              <a:buSzPts val="720"/>
              <a:buNone/>
              <a:defRPr sz="900"/>
            </a:lvl4pPr>
            <a:lvl5pPr marL="2286000" lvl="4" indent="-228600" algn="l">
              <a:spcBef>
                <a:spcPts val="1000"/>
              </a:spcBef>
              <a:spcAft>
                <a:spcPts val="0"/>
              </a:spcAft>
              <a:buSzPts val="720"/>
              <a:buNone/>
              <a:defRPr sz="900"/>
            </a:lvl5pPr>
            <a:lvl6pPr marL="2743200" lvl="5" indent="-228600" algn="l">
              <a:spcBef>
                <a:spcPts val="1000"/>
              </a:spcBef>
              <a:spcAft>
                <a:spcPts val="0"/>
              </a:spcAft>
              <a:buSzPts val="720"/>
              <a:buNone/>
              <a:defRPr sz="900"/>
            </a:lvl6pPr>
            <a:lvl7pPr marL="3200400" lvl="6" indent="-228600" algn="l">
              <a:spcBef>
                <a:spcPts val="1000"/>
              </a:spcBef>
              <a:spcAft>
                <a:spcPts val="0"/>
              </a:spcAft>
              <a:buSzPts val="720"/>
              <a:buNone/>
              <a:defRPr sz="900"/>
            </a:lvl7pPr>
            <a:lvl8pPr marL="3657600" lvl="7" indent="-228600" algn="l">
              <a:spcBef>
                <a:spcPts val="1000"/>
              </a:spcBef>
              <a:spcAft>
                <a:spcPts val="0"/>
              </a:spcAft>
              <a:buSzPts val="720"/>
              <a:buNone/>
              <a:defRPr sz="900"/>
            </a:lvl8pPr>
            <a:lvl9pPr marL="4114800" lvl="8" indent="-228600" algn="l">
              <a:spcBef>
                <a:spcPts val="1000"/>
              </a:spcBef>
              <a:spcAft>
                <a:spcPts val="0"/>
              </a:spcAft>
              <a:buSzPts val="720"/>
              <a:buNone/>
              <a:defRPr sz="900"/>
            </a:lvl9pPr>
          </a:lstStyle>
          <a:p>
            <a:endParaRPr/>
          </a:p>
        </p:txBody>
      </p:sp>
      <p:sp>
        <p:nvSpPr>
          <p:cNvPr id="108" name="Google Shape;108;p31"/>
          <p:cNvSpPr txBox="1">
            <a:spLocks noGrp="1"/>
          </p:cNvSpPr>
          <p:nvPr>
            <p:ph type="body" idx="5"/>
          </p:nvPr>
        </p:nvSpPr>
        <p:spPr>
          <a:xfrm>
            <a:off x="7124700" y="1981200"/>
            <a:ext cx="2932113" cy="576262"/>
          </a:xfrm>
          <a:prstGeom prst="rect">
            <a:avLst/>
          </a:prstGeom>
          <a:noFill/>
          <a:ln>
            <a:noFill/>
          </a:ln>
        </p:spPr>
        <p:txBody>
          <a:bodyPr spcFirstLastPara="1" wrap="square" lIns="91425" tIns="45700" rIns="91425" bIns="45700" anchor="b" anchorCtr="0">
            <a:noAutofit/>
          </a:bodyPr>
          <a:lstStyle>
            <a:lvl1pPr marL="457200" lvl="0" indent="-228600" algn="l">
              <a:spcBef>
                <a:spcPts val="1000"/>
              </a:spcBef>
              <a:spcAft>
                <a:spcPts val="0"/>
              </a:spcAft>
              <a:buSzPts val="1920"/>
              <a:buNone/>
              <a:defRPr sz="2400" b="0">
                <a:solidFill>
                  <a:srgbClr val="86D1D8"/>
                </a:solidFill>
              </a:defRPr>
            </a:lvl1pPr>
            <a:lvl2pPr marL="914400" lvl="1" indent="-228600" algn="l">
              <a:spcBef>
                <a:spcPts val="1000"/>
              </a:spcBef>
              <a:spcAft>
                <a:spcPts val="0"/>
              </a:spcAft>
              <a:buSzPts val="1600"/>
              <a:buNone/>
              <a:defRPr sz="2000" b="1"/>
            </a:lvl2pPr>
            <a:lvl3pPr marL="1371600" lvl="2" indent="-228600" algn="l">
              <a:spcBef>
                <a:spcPts val="1000"/>
              </a:spcBef>
              <a:spcAft>
                <a:spcPts val="0"/>
              </a:spcAft>
              <a:buSzPts val="1440"/>
              <a:buNone/>
              <a:defRPr sz="1800" b="1"/>
            </a:lvl3pPr>
            <a:lvl4pPr marL="1828800" lvl="3" indent="-228600" algn="l">
              <a:spcBef>
                <a:spcPts val="1000"/>
              </a:spcBef>
              <a:spcAft>
                <a:spcPts val="0"/>
              </a:spcAft>
              <a:buSzPts val="1280"/>
              <a:buNone/>
              <a:defRPr sz="1600" b="1"/>
            </a:lvl4pPr>
            <a:lvl5pPr marL="2286000" lvl="4" indent="-228600" algn="l">
              <a:spcBef>
                <a:spcPts val="1000"/>
              </a:spcBef>
              <a:spcAft>
                <a:spcPts val="0"/>
              </a:spcAft>
              <a:buSzPts val="1280"/>
              <a:buNone/>
              <a:defRPr sz="1600" b="1"/>
            </a:lvl5pPr>
            <a:lvl6pPr marL="2743200" lvl="5" indent="-228600" algn="l">
              <a:spcBef>
                <a:spcPts val="1000"/>
              </a:spcBef>
              <a:spcAft>
                <a:spcPts val="0"/>
              </a:spcAft>
              <a:buSzPts val="1280"/>
              <a:buNone/>
              <a:defRPr sz="1600" b="1"/>
            </a:lvl6pPr>
            <a:lvl7pPr marL="3200400" lvl="6" indent="-228600" algn="l">
              <a:spcBef>
                <a:spcPts val="1000"/>
              </a:spcBef>
              <a:spcAft>
                <a:spcPts val="0"/>
              </a:spcAft>
              <a:buSzPts val="1280"/>
              <a:buNone/>
              <a:defRPr sz="1600" b="1"/>
            </a:lvl7pPr>
            <a:lvl8pPr marL="3657600" lvl="7" indent="-228600" algn="l">
              <a:spcBef>
                <a:spcPts val="1000"/>
              </a:spcBef>
              <a:spcAft>
                <a:spcPts val="0"/>
              </a:spcAft>
              <a:buSzPts val="1280"/>
              <a:buNone/>
              <a:defRPr sz="1600" b="1"/>
            </a:lvl8pPr>
            <a:lvl9pPr marL="4114800" lvl="8" indent="-228600" algn="l">
              <a:spcBef>
                <a:spcPts val="1000"/>
              </a:spcBef>
              <a:spcAft>
                <a:spcPts val="0"/>
              </a:spcAft>
              <a:buSzPts val="1280"/>
              <a:buNone/>
              <a:defRPr sz="1600" b="1"/>
            </a:lvl9pPr>
          </a:lstStyle>
          <a:p>
            <a:endParaRPr/>
          </a:p>
        </p:txBody>
      </p:sp>
      <p:sp>
        <p:nvSpPr>
          <p:cNvPr id="109" name="Google Shape;109;p31"/>
          <p:cNvSpPr txBox="1">
            <a:spLocks noGrp="1"/>
          </p:cNvSpPr>
          <p:nvPr>
            <p:ph type="body" idx="6"/>
          </p:nvPr>
        </p:nvSpPr>
        <p:spPr>
          <a:xfrm>
            <a:off x="7124700" y="2667000"/>
            <a:ext cx="2932113" cy="3589338"/>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120"/>
              <a:buNone/>
              <a:defRPr sz="1400"/>
            </a:lvl1pPr>
            <a:lvl2pPr marL="914400" lvl="1" indent="-228600" algn="l">
              <a:spcBef>
                <a:spcPts val="1000"/>
              </a:spcBef>
              <a:spcAft>
                <a:spcPts val="0"/>
              </a:spcAft>
              <a:buSzPts val="960"/>
              <a:buNone/>
              <a:defRPr sz="1200"/>
            </a:lvl2pPr>
            <a:lvl3pPr marL="1371600" lvl="2" indent="-228600" algn="l">
              <a:spcBef>
                <a:spcPts val="1000"/>
              </a:spcBef>
              <a:spcAft>
                <a:spcPts val="0"/>
              </a:spcAft>
              <a:buSzPts val="800"/>
              <a:buNone/>
              <a:defRPr sz="1000"/>
            </a:lvl3pPr>
            <a:lvl4pPr marL="1828800" lvl="3" indent="-228600" algn="l">
              <a:spcBef>
                <a:spcPts val="1000"/>
              </a:spcBef>
              <a:spcAft>
                <a:spcPts val="0"/>
              </a:spcAft>
              <a:buSzPts val="720"/>
              <a:buNone/>
              <a:defRPr sz="900"/>
            </a:lvl4pPr>
            <a:lvl5pPr marL="2286000" lvl="4" indent="-228600" algn="l">
              <a:spcBef>
                <a:spcPts val="1000"/>
              </a:spcBef>
              <a:spcAft>
                <a:spcPts val="0"/>
              </a:spcAft>
              <a:buSzPts val="720"/>
              <a:buNone/>
              <a:defRPr sz="900"/>
            </a:lvl5pPr>
            <a:lvl6pPr marL="2743200" lvl="5" indent="-228600" algn="l">
              <a:spcBef>
                <a:spcPts val="1000"/>
              </a:spcBef>
              <a:spcAft>
                <a:spcPts val="0"/>
              </a:spcAft>
              <a:buSzPts val="720"/>
              <a:buNone/>
              <a:defRPr sz="900"/>
            </a:lvl6pPr>
            <a:lvl7pPr marL="3200400" lvl="6" indent="-228600" algn="l">
              <a:spcBef>
                <a:spcPts val="1000"/>
              </a:spcBef>
              <a:spcAft>
                <a:spcPts val="0"/>
              </a:spcAft>
              <a:buSzPts val="720"/>
              <a:buNone/>
              <a:defRPr sz="900"/>
            </a:lvl7pPr>
            <a:lvl8pPr marL="3657600" lvl="7" indent="-228600" algn="l">
              <a:spcBef>
                <a:spcPts val="1000"/>
              </a:spcBef>
              <a:spcAft>
                <a:spcPts val="0"/>
              </a:spcAft>
              <a:buSzPts val="720"/>
              <a:buNone/>
              <a:defRPr sz="900"/>
            </a:lvl8pPr>
            <a:lvl9pPr marL="4114800" lvl="8" indent="-228600" algn="l">
              <a:spcBef>
                <a:spcPts val="1000"/>
              </a:spcBef>
              <a:spcAft>
                <a:spcPts val="0"/>
              </a:spcAft>
              <a:buSzPts val="720"/>
              <a:buNone/>
              <a:defRPr sz="900"/>
            </a:lvl9pPr>
          </a:lstStyle>
          <a:p>
            <a:endParaRPr/>
          </a:p>
        </p:txBody>
      </p:sp>
      <p:cxnSp>
        <p:nvCxnSpPr>
          <p:cNvPr id="110" name="Google Shape;110;p31"/>
          <p:cNvCxnSpPr/>
          <p:nvPr/>
        </p:nvCxnSpPr>
        <p:spPr>
          <a:xfrm>
            <a:off x="3726142" y="2133600"/>
            <a:ext cx="0" cy="3962400"/>
          </a:xfrm>
          <a:prstGeom prst="straightConnector1">
            <a:avLst/>
          </a:prstGeom>
          <a:noFill/>
          <a:ln w="12700" cap="flat" cmpd="sng">
            <a:solidFill>
              <a:srgbClr val="86D1D8">
                <a:alpha val="40000"/>
              </a:srgbClr>
            </a:solidFill>
            <a:prstDash val="solid"/>
            <a:round/>
            <a:headEnd type="none" w="sm" len="sm"/>
            <a:tailEnd type="none" w="sm" len="sm"/>
          </a:ln>
        </p:spPr>
      </p:cxnSp>
      <p:cxnSp>
        <p:nvCxnSpPr>
          <p:cNvPr id="111" name="Google Shape;111;p31"/>
          <p:cNvCxnSpPr/>
          <p:nvPr/>
        </p:nvCxnSpPr>
        <p:spPr>
          <a:xfrm>
            <a:off x="6962227" y="2133600"/>
            <a:ext cx="0" cy="3966882"/>
          </a:xfrm>
          <a:prstGeom prst="straightConnector1">
            <a:avLst/>
          </a:prstGeom>
          <a:noFill/>
          <a:ln w="12700" cap="flat" cmpd="sng">
            <a:solidFill>
              <a:srgbClr val="86D1D8">
                <a:alpha val="40000"/>
              </a:srgbClr>
            </a:solidFill>
            <a:prstDash val="solid"/>
            <a:round/>
            <a:headEnd type="none" w="sm" len="sm"/>
            <a:tailEnd type="none" w="sm" len="sm"/>
          </a:ln>
        </p:spPr>
      </p:cxnSp>
      <p:sp>
        <p:nvSpPr>
          <p:cNvPr id="112" name="Google Shape;112;p31"/>
          <p:cNvSpPr txBox="1">
            <a:spLocks noGrp="1"/>
          </p:cNvSpPr>
          <p:nvPr>
            <p:ph type="dt" idx="10"/>
          </p:nvPr>
        </p:nvSpPr>
        <p:spPr>
          <a:xfrm rot="5400000">
            <a:off x="10155639" y="1790701"/>
            <a:ext cx="990599" cy="304799"/>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3" name="Google Shape;113;p31"/>
          <p:cNvSpPr txBox="1">
            <a:spLocks noGrp="1"/>
          </p:cNvSpPr>
          <p:nvPr>
            <p:ph type="ftr" idx="11"/>
          </p:nvPr>
        </p:nvSpPr>
        <p:spPr>
          <a:xfrm rot="5400000">
            <a:off x="8951573" y="3225297"/>
            <a:ext cx="3859795" cy="304801"/>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4" name="Google Shape;114;p31"/>
          <p:cNvSpPr txBox="1">
            <a:spLocks noGrp="1"/>
          </p:cNvSpPr>
          <p:nvPr>
            <p:ph type="sldNum" idx="12"/>
          </p:nvPr>
        </p:nvSpPr>
        <p:spPr>
          <a:xfrm>
            <a:off x="10352540" y="295729"/>
            <a:ext cx="838199" cy="767687"/>
          </a:xfrm>
          <a:prstGeom prst="rect">
            <a:avLst/>
          </a:prstGeom>
          <a:noFill/>
          <a:ln>
            <a:noFill/>
          </a:ln>
        </p:spPr>
        <p:txBody>
          <a:bodyPr spcFirstLastPara="1" wrap="square" lIns="91425" tIns="45700" rIns="91425" bIns="45700" anchor="b"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3 Picture Column">
  <p:cSld name="3 Picture Column">
    <p:spTree>
      <p:nvGrpSpPr>
        <p:cNvPr id="1" name="Shape 115"/>
        <p:cNvGrpSpPr/>
        <p:nvPr/>
      </p:nvGrpSpPr>
      <p:grpSpPr>
        <a:xfrm>
          <a:off x="0" y="0"/>
          <a:ext cx="0" cy="0"/>
          <a:chOff x="0" y="0"/>
          <a:chExt cx="0" cy="0"/>
        </a:xfrm>
      </p:grpSpPr>
      <p:sp>
        <p:nvSpPr>
          <p:cNvPr id="116" name="Google Shape;116;p32"/>
          <p:cNvSpPr txBox="1">
            <a:spLocks noGrp="1"/>
          </p:cNvSpPr>
          <p:nvPr>
            <p:ph type="title"/>
          </p:nvPr>
        </p:nvSpPr>
        <p:spPr>
          <a:xfrm>
            <a:off x="646111" y="452718"/>
            <a:ext cx="9404723" cy="140053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Clr>
                <a:schemeClr val="lt2"/>
              </a:buClr>
              <a:buSzPts val="4200"/>
              <a:buFont typeface="Century Gothic"/>
              <a:buNone/>
              <a:defRPr sz="4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7" name="Google Shape;117;p32"/>
          <p:cNvSpPr txBox="1">
            <a:spLocks noGrp="1"/>
          </p:cNvSpPr>
          <p:nvPr>
            <p:ph type="body" idx="1"/>
          </p:nvPr>
        </p:nvSpPr>
        <p:spPr>
          <a:xfrm>
            <a:off x="652463" y="4250949"/>
            <a:ext cx="2940050" cy="576262"/>
          </a:xfrm>
          <a:prstGeom prst="rect">
            <a:avLst/>
          </a:prstGeom>
          <a:noFill/>
          <a:ln>
            <a:noFill/>
          </a:ln>
        </p:spPr>
        <p:txBody>
          <a:bodyPr spcFirstLastPara="1" wrap="square" lIns="91425" tIns="45700" rIns="91425" bIns="45700" anchor="b" anchorCtr="0">
            <a:noAutofit/>
          </a:bodyPr>
          <a:lstStyle>
            <a:lvl1pPr marL="457200" lvl="0" indent="-228600" algn="l">
              <a:spcBef>
                <a:spcPts val="1000"/>
              </a:spcBef>
              <a:spcAft>
                <a:spcPts val="0"/>
              </a:spcAft>
              <a:buSzPts val="1920"/>
              <a:buNone/>
              <a:defRPr sz="2400" b="0">
                <a:solidFill>
                  <a:srgbClr val="86D1D8"/>
                </a:solidFill>
              </a:defRPr>
            </a:lvl1pPr>
            <a:lvl2pPr marL="914400" lvl="1" indent="-228600" algn="l">
              <a:spcBef>
                <a:spcPts val="1000"/>
              </a:spcBef>
              <a:spcAft>
                <a:spcPts val="0"/>
              </a:spcAft>
              <a:buSzPts val="1600"/>
              <a:buNone/>
              <a:defRPr sz="2000" b="1"/>
            </a:lvl2pPr>
            <a:lvl3pPr marL="1371600" lvl="2" indent="-228600" algn="l">
              <a:spcBef>
                <a:spcPts val="1000"/>
              </a:spcBef>
              <a:spcAft>
                <a:spcPts val="0"/>
              </a:spcAft>
              <a:buSzPts val="1440"/>
              <a:buNone/>
              <a:defRPr sz="1800" b="1"/>
            </a:lvl3pPr>
            <a:lvl4pPr marL="1828800" lvl="3" indent="-228600" algn="l">
              <a:spcBef>
                <a:spcPts val="1000"/>
              </a:spcBef>
              <a:spcAft>
                <a:spcPts val="0"/>
              </a:spcAft>
              <a:buSzPts val="1280"/>
              <a:buNone/>
              <a:defRPr sz="1600" b="1"/>
            </a:lvl4pPr>
            <a:lvl5pPr marL="2286000" lvl="4" indent="-228600" algn="l">
              <a:spcBef>
                <a:spcPts val="1000"/>
              </a:spcBef>
              <a:spcAft>
                <a:spcPts val="0"/>
              </a:spcAft>
              <a:buSzPts val="1280"/>
              <a:buNone/>
              <a:defRPr sz="1600" b="1"/>
            </a:lvl5pPr>
            <a:lvl6pPr marL="2743200" lvl="5" indent="-228600" algn="l">
              <a:spcBef>
                <a:spcPts val="1000"/>
              </a:spcBef>
              <a:spcAft>
                <a:spcPts val="0"/>
              </a:spcAft>
              <a:buSzPts val="1280"/>
              <a:buNone/>
              <a:defRPr sz="1600" b="1"/>
            </a:lvl6pPr>
            <a:lvl7pPr marL="3200400" lvl="6" indent="-228600" algn="l">
              <a:spcBef>
                <a:spcPts val="1000"/>
              </a:spcBef>
              <a:spcAft>
                <a:spcPts val="0"/>
              </a:spcAft>
              <a:buSzPts val="1280"/>
              <a:buNone/>
              <a:defRPr sz="1600" b="1"/>
            </a:lvl7pPr>
            <a:lvl8pPr marL="3657600" lvl="7" indent="-228600" algn="l">
              <a:spcBef>
                <a:spcPts val="1000"/>
              </a:spcBef>
              <a:spcAft>
                <a:spcPts val="0"/>
              </a:spcAft>
              <a:buSzPts val="1280"/>
              <a:buNone/>
              <a:defRPr sz="1600" b="1"/>
            </a:lvl8pPr>
            <a:lvl9pPr marL="4114800" lvl="8" indent="-228600" algn="l">
              <a:spcBef>
                <a:spcPts val="1000"/>
              </a:spcBef>
              <a:spcAft>
                <a:spcPts val="0"/>
              </a:spcAft>
              <a:buSzPts val="1280"/>
              <a:buNone/>
              <a:defRPr sz="1600" b="1"/>
            </a:lvl9pPr>
          </a:lstStyle>
          <a:p>
            <a:endParaRPr/>
          </a:p>
        </p:txBody>
      </p:sp>
      <p:sp>
        <p:nvSpPr>
          <p:cNvPr id="118" name="Google Shape;118;p32"/>
          <p:cNvSpPr>
            <a:spLocks noGrp="1"/>
          </p:cNvSpPr>
          <p:nvPr>
            <p:ph type="pic" idx="2"/>
          </p:nvPr>
        </p:nvSpPr>
        <p:spPr>
          <a:xfrm>
            <a:off x="652463" y="2209800"/>
            <a:ext cx="2940050" cy="1524000"/>
          </a:xfrm>
          <a:prstGeom prst="roundRect">
            <a:avLst>
              <a:gd name="adj" fmla="val 1858"/>
            </a:avLst>
          </a:prstGeom>
          <a:noFill/>
          <a:ln>
            <a:noFill/>
          </a:ln>
          <a:effectLst>
            <a:outerShdw blurRad="50800" dist="50800" dir="5400000" algn="tl" rotWithShape="0">
              <a:srgbClr val="000000">
                <a:alpha val="42745"/>
              </a:srgbClr>
            </a:outerShdw>
          </a:effectLst>
        </p:spPr>
      </p:sp>
      <p:sp>
        <p:nvSpPr>
          <p:cNvPr id="119" name="Google Shape;119;p32"/>
          <p:cNvSpPr txBox="1">
            <a:spLocks noGrp="1"/>
          </p:cNvSpPr>
          <p:nvPr>
            <p:ph type="body" idx="3"/>
          </p:nvPr>
        </p:nvSpPr>
        <p:spPr>
          <a:xfrm>
            <a:off x="652463" y="4827211"/>
            <a:ext cx="2940050" cy="659189"/>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120"/>
              <a:buNone/>
              <a:defRPr sz="1400"/>
            </a:lvl1pPr>
            <a:lvl2pPr marL="914400" lvl="1" indent="-228600" algn="l">
              <a:spcBef>
                <a:spcPts val="1000"/>
              </a:spcBef>
              <a:spcAft>
                <a:spcPts val="0"/>
              </a:spcAft>
              <a:buSzPts val="960"/>
              <a:buNone/>
              <a:defRPr sz="1200"/>
            </a:lvl2pPr>
            <a:lvl3pPr marL="1371600" lvl="2" indent="-228600" algn="l">
              <a:spcBef>
                <a:spcPts val="1000"/>
              </a:spcBef>
              <a:spcAft>
                <a:spcPts val="0"/>
              </a:spcAft>
              <a:buSzPts val="800"/>
              <a:buNone/>
              <a:defRPr sz="1000"/>
            </a:lvl3pPr>
            <a:lvl4pPr marL="1828800" lvl="3" indent="-228600" algn="l">
              <a:spcBef>
                <a:spcPts val="1000"/>
              </a:spcBef>
              <a:spcAft>
                <a:spcPts val="0"/>
              </a:spcAft>
              <a:buSzPts val="720"/>
              <a:buNone/>
              <a:defRPr sz="900"/>
            </a:lvl4pPr>
            <a:lvl5pPr marL="2286000" lvl="4" indent="-228600" algn="l">
              <a:spcBef>
                <a:spcPts val="1000"/>
              </a:spcBef>
              <a:spcAft>
                <a:spcPts val="0"/>
              </a:spcAft>
              <a:buSzPts val="720"/>
              <a:buNone/>
              <a:defRPr sz="900"/>
            </a:lvl5pPr>
            <a:lvl6pPr marL="2743200" lvl="5" indent="-228600" algn="l">
              <a:spcBef>
                <a:spcPts val="1000"/>
              </a:spcBef>
              <a:spcAft>
                <a:spcPts val="0"/>
              </a:spcAft>
              <a:buSzPts val="720"/>
              <a:buNone/>
              <a:defRPr sz="900"/>
            </a:lvl6pPr>
            <a:lvl7pPr marL="3200400" lvl="6" indent="-228600" algn="l">
              <a:spcBef>
                <a:spcPts val="1000"/>
              </a:spcBef>
              <a:spcAft>
                <a:spcPts val="0"/>
              </a:spcAft>
              <a:buSzPts val="720"/>
              <a:buNone/>
              <a:defRPr sz="900"/>
            </a:lvl7pPr>
            <a:lvl8pPr marL="3657600" lvl="7" indent="-228600" algn="l">
              <a:spcBef>
                <a:spcPts val="1000"/>
              </a:spcBef>
              <a:spcAft>
                <a:spcPts val="0"/>
              </a:spcAft>
              <a:buSzPts val="720"/>
              <a:buNone/>
              <a:defRPr sz="900"/>
            </a:lvl8pPr>
            <a:lvl9pPr marL="4114800" lvl="8" indent="-228600" algn="l">
              <a:spcBef>
                <a:spcPts val="1000"/>
              </a:spcBef>
              <a:spcAft>
                <a:spcPts val="0"/>
              </a:spcAft>
              <a:buSzPts val="720"/>
              <a:buNone/>
              <a:defRPr sz="900"/>
            </a:lvl9pPr>
          </a:lstStyle>
          <a:p>
            <a:endParaRPr/>
          </a:p>
        </p:txBody>
      </p:sp>
      <p:sp>
        <p:nvSpPr>
          <p:cNvPr id="120" name="Google Shape;120;p32"/>
          <p:cNvSpPr txBox="1">
            <a:spLocks noGrp="1"/>
          </p:cNvSpPr>
          <p:nvPr>
            <p:ph type="body" idx="4"/>
          </p:nvPr>
        </p:nvSpPr>
        <p:spPr>
          <a:xfrm>
            <a:off x="3889375" y="4250949"/>
            <a:ext cx="2930525" cy="576262"/>
          </a:xfrm>
          <a:prstGeom prst="rect">
            <a:avLst/>
          </a:prstGeom>
          <a:noFill/>
          <a:ln>
            <a:noFill/>
          </a:ln>
        </p:spPr>
        <p:txBody>
          <a:bodyPr spcFirstLastPara="1" wrap="square" lIns="91425" tIns="45700" rIns="91425" bIns="45700" anchor="b" anchorCtr="0">
            <a:noAutofit/>
          </a:bodyPr>
          <a:lstStyle>
            <a:lvl1pPr marL="457200" lvl="0" indent="-228600" algn="l">
              <a:spcBef>
                <a:spcPts val="1000"/>
              </a:spcBef>
              <a:spcAft>
                <a:spcPts val="0"/>
              </a:spcAft>
              <a:buSzPts val="1920"/>
              <a:buNone/>
              <a:defRPr sz="2400" b="0">
                <a:solidFill>
                  <a:srgbClr val="86D1D8"/>
                </a:solidFill>
              </a:defRPr>
            </a:lvl1pPr>
            <a:lvl2pPr marL="914400" lvl="1" indent="-228600" algn="l">
              <a:spcBef>
                <a:spcPts val="1000"/>
              </a:spcBef>
              <a:spcAft>
                <a:spcPts val="0"/>
              </a:spcAft>
              <a:buSzPts val="1600"/>
              <a:buNone/>
              <a:defRPr sz="2000" b="1"/>
            </a:lvl2pPr>
            <a:lvl3pPr marL="1371600" lvl="2" indent="-228600" algn="l">
              <a:spcBef>
                <a:spcPts val="1000"/>
              </a:spcBef>
              <a:spcAft>
                <a:spcPts val="0"/>
              </a:spcAft>
              <a:buSzPts val="1440"/>
              <a:buNone/>
              <a:defRPr sz="1800" b="1"/>
            </a:lvl3pPr>
            <a:lvl4pPr marL="1828800" lvl="3" indent="-228600" algn="l">
              <a:spcBef>
                <a:spcPts val="1000"/>
              </a:spcBef>
              <a:spcAft>
                <a:spcPts val="0"/>
              </a:spcAft>
              <a:buSzPts val="1280"/>
              <a:buNone/>
              <a:defRPr sz="1600" b="1"/>
            </a:lvl4pPr>
            <a:lvl5pPr marL="2286000" lvl="4" indent="-228600" algn="l">
              <a:spcBef>
                <a:spcPts val="1000"/>
              </a:spcBef>
              <a:spcAft>
                <a:spcPts val="0"/>
              </a:spcAft>
              <a:buSzPts val="1280"/>
              <a:buNone/>
              <a:defRPr sz="1600" b="1"/>
            </a:lvl5pPr>
            <a:lvl6pPr marL="2743200" lvl="5" indent="-228600" algn="l">
              <a:spcBef>
                <a:spcPts val="1000"/>
              </a:spcBef>
              <a:spcAft>
                <a:spcPts val="0"/>
              </a:spcAft>
              <a:buSzPts val="1280"/>
              <a:buNone/>
              <a:defRPr sz="1600" b="1"/>
            </a:lvl6pPr>
            <a:lvl7pPr marL="3200400" lvl="6" indent="-228600" algn="l">
              <a:spcBef>
                <a:spcPts val="1000"/>
              </a:spcBef>
              <a:spcAft>
                <a:spcPts val="0"/>
              </a:spcAft>
              <a:buSzPts val="1280"/>
              <a:buNone/>
              <a:defRPr sz="1600" b="1"/>
            </a:lvl7pPr>
            <a:lvl8pPr marL="3657600" lvl="7" indent="-228600" algn="l">
              <a:spcBef>
                <a:spcPts val="1000"/>
              </a:spcBef>
              <a:spcAft>
                <a:spcPts val="0"/>
              </a:spcAft>
              <a:buSzPts val="1280"/>
              <a:buNone/>
              <a:defRPr sz="1600" b="1"/>
            </a:lvl8pPr>
            <a:lvl9pPr marL="4114800" lvl="8" indent="-228600" algn="l">
              <a:spcBef>
                <a:spcPts val="1000"/>
              </a:spcBef>
              <a:spcAft>
                <a:spcPts val="0"/>
              </a:spcAft>
              <a:buSzPts val="1280"/>
              <a:buNone/>
              <a:defRPr sz="1600" b="1"/>
            </a:lvl9pPr>
          </a:lstStyle>
          <a:p>
            <a:endParaRPr/>
          </a:p>
        </p:txBody>
      </p:sp>
      <p:sp>
        <p:nvSpPr>
          <p:cNvPr id="121" name="Google Shape;121;p32"/>
          <p:cNvSpPr>
            <a:spLocks noGrp="1"/>
          </p:cNvSpPr>
          <p:nvPr>
            <p:ph type="pic" idx="5"/>
          </p:nvPr>
        </p:nvSpPr>
        <p:spPr>
          <a:xfrm>
            <a:off x="3889374" y="2209800"/>
            <a:ext cx="2930525" cy="1524000"/>
          </a:xfrm>
          <a:prstGeom prst="roundRect">
            <a:avLst>
              <a:gd name="adj" fmla="val 1858"/>
            </a:avLst>
          </a:prstGeom>
          <a:noFill/>
          <a:ln>
            <a:noFill/>
          </a:ln>
          <a:effectLst>
            <a:outerShdw blurRad="50800" dist="50800" dir="5400000" algn="tl" rotWithShape="0">
              <a:srgbClr val="000000">
                <a:alpha val="42745"/>
              </a:srgbClr>
            </a:outerShdw>
          </a:effectLst>
        </p:spPr>
      </p:sp>
      <p:sp>
        <p:nvSpPr>
          <p:cNvPr id="122" name="Google Shape;122;p32"/>
          <p:cNvSpPr txBox="1">
            <a:spLocks noGrp="1"/>
          </p:cNvSpPr>
          <p:nvPr>
            <p:ph type="body" idx="6"/>
          </p:nvPr>
        </p:nvSpPr>
        <p:spPr>
          <a:xfrm>
            <a:off x="3888022" y="4827210"/>
            <a:ext cx="2934406" cy="659189"/>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120"/>
              <a:buNone/>
              <a:defRPr sz="1400"/>
            </a:lvl1pPr>
            <a:lvl2pPr marL="914400" lvl="1" indent="-228600" algn="l">
              <a:spcBef>
                <a:spcPts val="1000"/>
              </a:spcBef>
              <a:spcAft>
                <a:spcPts val="0"/>
              </a:spcAft>
              <a:buSzPts val="960"/>
              <a:buNone/>
              <a:defRPr sz="1200"/>
            </a:lvl2pPr>
            <a:lvl3pPr marL="1371600" lvl="2" indent="-228600" algn="l">
              <a:spcBef>
                <a:spcPts val="1000"/>
              </a:spcBef>
              <a:spcAft>
                <a:spcPts val="0"/>
              </a:spcAft>
              <a:buSzPts val="800"/>
              <a:buNone/>
              <a:defRPr sz="1000"/>
            </a:lvl3pPr>
            <a:lvl4pPr marL="1828800" lvl="3" indent="-228600" algn="l">
              <a:spcBef>
                <a:spcPts val="1000"/>
              </a:spcBef>
              <a:spcAft>
                <a:spcPts val="0"/>
              </a:spcAft>
              <a:buSzPts val="720"/>
              <a:buNone/>
              <a:defRPr sz="900"/>
            </a:lvl4pPr>
            <a:lvl5pPr marL="2286000" lvl="4" indent="-228600" algn="l">
              <a:spcBef>
                <a:spcPts val="1000"/>
              </a:spcBef>
              <a:spcAft>
                <a:spcPts val="0"/>
              </a:spcAft>
              <a:buSzPts val="720"/>
              <a:buNone/>
              <a:defRPr sz="900"/>
            </a:lvl5pPr>
            <a:lvl6pPr marL="2743200" lvl="5" indent="-228600" algn="l">
              <a:spcBef>
                <a:spcPts val="1000"/>
              </a:spcBef>
              <a:spcAft>
                <a:spcPts val="0"/>
              </a:spcAft>
              <a:buSzPts val="720"/>
              <a:buNone/>
              <a:defRPr sz="900"/>
            </a:lvl6pPr>
            <a:lvl7pPr marL="3200400" lvl="6" indent="-228600" algn="l">
              <a:spcBef>
                <a:spcPts val="1000"/>
              </a:spcBef>
              <a:spcAft>
                <a:spcPts val="0"/>
              </a:spcAft>
              <a:buSzPts val="720"/>
              <a:buNone/>
              <a:defRPr sz="900"/>
            </a:lvl7pPr>
            <a:lvl8pPr marL="3657600" lvl="7" indent="-228600" algn="l">
              <a:spcBef>
                <a:spcPts val="1000"/>
              </a:spcBef>
              <a:spcAft>
                <a:spcPts val="0"/>
              </a:spcAft>
              <a:buSzPts val="720"/>
              <a:buNone/>
              <a:defRPr sz="900"/>
            </a:lvl8pPr>
            <a:lvl9pPr marL="4114800" lvl="8" indent="-228600" algn="l">
              <a:spcBef>
                <a:spcPts val="1000"/>
              </a:spcBef>
              <a:spcAft>
                <a:spcPts val="0"/>
              </a:spcAft>
              <a:buSzPts val="720"/>
              <a:buNone/>
              <a:defRPr sz="900"/>
            </a:lvl9pPr>
          </a:lstStyle>
          <a:p>
            <a:endParaRPr/>
          </a:p>
        </p:txBody>
      </p:sp>
      <p:sp>
        <p:nvSpPr>
          <p:cNvPr id="123" name="Google Shape;123;p32"/>
          <p:cNvSpPr txBox="1">
            <a:spLocks noGrp="1"/>
          </p:cNvSpPr>
          <p:nvPr>
            <p:ph type="body" idx="7"/>
          </p:nvPr>
        </p:nvSpPr>
        <p:spPr>
          <a:xfrm>
            <a:off x="7124700" y="4250949"/>
            <a:ext cx="2932113" cy="576262"/>
          </a:xfrm>
          <a:prstGeom prst="rect">
            <a:avLst/>
          </a:prstGeom>
          <a:noFill/>
          <a:ln>
            <a:noFill/>
          </a:ln>
        </p:spPr>
        <p:txBody>
          <a:bodyPr spcFirstLastPara="1" wrap="square" lIns="91425" tIns="45700" rIns="91425" bIns="45700" anchor="b" anchorCtr="0">
            <a:noAutofit/>
          </a:bodyPr>
          <a:lstStyle>
            <a:lvl1pPr marL="457200" lvl="0" indent="-228600" algn="l">
              <a:spcBef>
                <a:spcPts val="1000"/>
              </a:spcBef>
              <a:spcAft>
                <a:spcPts val="0"/>
              </a:spcAft>
              <a:buSzPts val="1920"/>
              <a:buNone/>
              <a:defRPr sz="2400" b="0">
                <a:solidFill>
                  <a:srgbClr val="86D1D8"/>
                </a:solidFill>
              </a:defRPr>
            </a:lvl1pPr>
            <a:lvl2pPr marL="914400" lvl="1" indent="-228600" algn="l">
              <a:spcBef>
                <a:spcPts val="1000"/>
              </a:spcBef>
              <a:spcAft>
                <a:spcPts val="0"/>
              </a:spcAft>
              <a:buSzPts val="1600"/>
              <a:buNone/>
              <a:defRPr sz="2000" b="1"/>
            </a:lvl2pPr>
            <a:lvl3pPr marL="1371600" lvl="2" indent="-228600" algn="l">
              <a:spcBef>
                <a:spcPts val="1000"/>
              </a:spcBef>
              <a:spcAft>
                <a:spcPts val="0"/>
              </a:spcAft>
              <a:buSzPts val="1440"/>
              <a:buNone/>
              <a:defRPr sz="1800" b="1"/>
            </a:lvl3pPr>
            <a:lvl4pPr marL="1828800" lvl="3" indent="-228600" algn="l">
              <a:spcBef>
                <a:spcPts val="1000"/>
              </a:spcBef>
              <a:spcAft>
                <a:spcPts val="0"/>
              </a:spcAft>
              <a:buSzPts val="1280"/>
              <a:buNone/>
              <a:defRPr sz="1600" b="1"/>
            </a:lvl4pPr>
            <a:lvl5pPr marL="2286000" lvl="4" indent="-228600" algn="l">
              <a:spcBef>
                <a:spcPts val="1000"/>
              </a:spcBef>
              <a:spcAft>
                <a:spcPts val="0"/>
              </a:spcAft>
              <a:buSzPts val="1280"/>
              <a:buNone/>
              <a:defRPr sz="1600" b="1"/>
            </a:lvl5pPr>
            <a:lvl6pPr marL="2743200" lvl="5" indent="-228600" algn="l">
              <a:spcBef>
                <a:spcPts val="1000"/>
              </a:spcBef>
              <a:spcAft>
                <a:spcPts val="0"/>
              </a:spcAft>
              <a:buSzPts val="1280"/>
              <a:buNone/>
              <a:defRPr sz="1600" b="1"/>
            </a:lvl6pPr>
            <a:lvl7pPr marL="3200400" lvl="6" indent="-228600" algn="l">
              <a:spcBef>
                <a:spcPts val="1000"/>
              </a:spcBef>
              <a:spcAft>
                <a:spcPts val="0"/>
              </a:spcAft>
              <a:buSzPts val="1280"/>
              <a:buNone/>
              <a:defRPr sz="1600" b="1"/>
            </a:lvl7pPr>
            <a:lvl8pPr marL="3657600" lvl="7" indent="-228600" algn="l">
              <a:spcBef>
                <a:spcPts val="1000"/>
              </a:spcBef>
              <a:spcAft>
                <a:spcPts val="0"/>
              </a:spcAft>
              <a:buSzPts val="1280"/>
              <a:buNone/>
              <a:defRPr sz="1600" b="1"/>
            </a:lvl8pPr>
            <a:lvl9pPr marL="4114800" lvl="8" indent="-228600" algn="l">
              <a:spcBef>
                <a:spcPts val="1000"/>
              </a:spcBef>
              <a:spcAft>
                <a:spcPts val="0"/>
              </a:spcAft>
              <a:buSzPts val="1280"/>
              <a:buNone/>
              <a:defRPr sz="1600" b="1"/>
            </a:lvl9pPr>
          </a:lstStyle>
          <a:p>
            <a:endParaRPr/>
          </a:p>
        </p:txBody>
      </p:sp>
      <p:sp>
        <p:nvSpPr>
          <p:cNvPr id="124" name="Google Shape;124;p32"/>
          <p:cNvSpPr>
            <a:spLocks noGrp="1"/>
          </p:cNvSpPr>
          <p:nvPr>
            <p:ph type="pic" idx="8"/>
          </p:nvPr>
        </p:nvSpPr>
        <p:spPr>
          <a:xfrm>
            <a:off x="7124699" y="2209800"/>
            <a:ext cx="2932113" cy="1524000"/>
          </a:xfrm>
          <a:prstGeom prst="roundRect">
            <a:avLst>
              <a:gd name="adj" fmla="val 1858"/>
            </a:avLst>
          </a:prstGeom>
          <a:noFill/>
          <a:ln>
            <a:noFill/>
          </a:ln>
          <a:effectLst>
            <a:outerShdw blurRad="50800" dist="50800" dir="5400000" algn="tl" rotWithShape="0">
              <a:srgbClr val="000000">
                <a:alpha val="42745"/>
              </a:srgbClr>
            </a:outerShdw>
          </a:effectLst>
        </p:spPr>
      </p:sp>
      <p:sp>
        <p:nvSpPr>
          <p:cNvPr id="125" name="Google Shape;125;p32"/>
          <p:cNvSpPr txBox="1">
            <a:spLocks noGrp="1"/>
          </p:cNvSpPr>
          <p:nvPr>
            <p:ph type="body" idx="9"/>
          </p:nvPr>
        </p:nvSpPr>
        <p:spPr>
          <a:xfrm>
            <a:off x="7124575" y="4827208"/>
            <a:ext cx="2935997" cy="659189"/>
          </a:xfrm>
          <a:prstGeom prst="rect">
            <a:avLst/>
          </a:prstGeom>
          <a:noFill/>
          <a:ln>
            <a:noFill/>
          </a:ln>
        </p:spPr>
        <p:txBody>
          <a:bodyPr spcFirstLastPara="1" wrap="square" lIns="91425" tIns="45700" rIns="91425" bIns="45700" anchor="t" anchorCtr="0">
            <a:normAutofit/>
          </a:bodyPr>
          <a:lstStyle>
            <a:lvl1pPr marL="457200" lvl="0" indent="-228600" algn="l">
              <a:spcBef>
                <a:spcPts val="1000"/>
              </a:spcBef>
              <a:spcAft>
                <a:spcPts val="0"/>
              </a:spcAft>
              <a:buSzPts val="1120"/>
              <a:buNone/>
              <a:defRPr sz="1400"/>
            </a:lvl1pPr>
            <a:lvl2pPr marL="914400" lvl="1" indent="-228600" algn="l">
              <a:spcBef>
                <a:spcPts val="1000"/>
              </a:spcBef>
              <a:spcAft>
                <a:spcPts val="0"/>
              </a:spcAft>
              <a:buSzPts val="960"/>
              <a:buNone/>
              <a:defRPr sz="1200"/>
            </a:lvl2pPr>
            <a:lvl3pPr marL="1371600" lvl="2" indent="-228600" algn="l">
              <a:spcBef>
                <a:spcPts val="1000"/>
              </a:spcBef>
              <a:spcAft>
                <a:spcPts val="0"/>
              </a:spcAft>
              <a:buSzPts val="800"/>
              <a:buNone/>
              <a:defRPr sz="1000"/>
            </a:lvl3pPr>
            <a:lvl4pPr marL="1828800" lvl="3" indent="-228600" algn="l">
              <a:spcBef>
                <a:spcPts val="1000"/>
              </a:spcBef>
              <a:spcAft>
                <a:spcPts val="0"/>
              </a:spcAft>
              <a:buSzPts val="720"/>
              <a:buNone/>
              <a:defRPr sz="900"/>
            </a:lvl4pPr>
            <a:lvl5pPr marL="2286000" lvl="4" indent="-228600" algn="l">
              <a:spcBef>
                <a:spcPts val="1000"/>
              </a:spcBef>
              <a:spcAft>
                <a:spcPts val="0"/>
              </a:spcAft>
              <a:buSzPts val="720"/>
              <a:buNone/>
              <a:defRPr sz="900"/>
            </a:lvl5pPr>
            <a:lvl6pPr marL="2743200" lvl="5" indent="-228600" algn="l">
              <a:spcBef>
                <a:spcPts val="1000"/>
              </a:spcBef>
              <a:spcAft>
                <a:spcPts val="0"/>
              </a:spcAft>
              <a:buSzPts val="720"/>
              <a:buNone/>
              <a:defRPr sz="900"/>
            </a:lvl6pPr>
            <a:lvl7pPr marL="3200400" lvl="6" indent="-228600" algn="l">
              <a:spcBef>
                <a:spcPts val="1000"/>
              </a:spcBef>
              <a:spcAft>
                <a:spcPts val="0"/>
              </a:spcAft>
              <a:buSzPts val="720"/>
              <a:buNone/>
              <a:defRPr sz="900"/>
            </a:lvl7pPr>
            <a:lvl8pPr marL="3657600" lvl="7" indent="-228600" algn="l">
              <a:spcBef>
                <a:spcPts val="1000"/>
              </a:spcBef>
              <a:spcAft>
                <a:spcPts val="0"/>
              </a:spcAft>
              <a:buSzPts val="720"/>
              <a:buNone/>
              <a:defRPr sz="900"/>
            </a:lvl8pPr>
            <a:lvl9pPr marL="4114800" lvl="8" indent="-228600" algn="l">
              <a:spcBef>
                <a:spcPts val="1000"/>
              </a:spcBef>
              <a:spcAft>
                <a:spcPts val="0"/>
              </a:spcAft>
              <a:buSzPts val="720"/>
              <a:buNone/>
              <a:defRPr sz="900"/>
            </a:lvl9pPr>
          </a:lstStyle>
          <a:p>
            <a:endParaRPr/>
          </a:p>
        </p:txBody>
      </p:sp>
      <p:cxnSp>
        <p:nvCxnSpPr>
          <p:cNvPr id="126" name="Google Shape;126;p32"/>
          <p:cNvCxnSpPr/>
          <p:nvPr/>
        </p:nvCxnSpPr>
        <p:spPr>
          <a:xfrm>
            <a:off x="3726142" y="2133600"/>
            <a:ext cx="0" cy="3962400"/>
          </a:xfrm>
          <a:prstGeom prst="straightConnector1">
            <a:avLst/>
          </a:prstGeom>
          <a:noFill/>
          <a:ln w="12700" cap="flat" cmpd="sng">
            <a:solidFill>
              <a:srgbClr val="86D1D8">
                <a:alpha val="40000"/>
              </a:srgbClr>
            </a:solidFill>
            <a:prstDash val="solid"/>
            <a:round/>
            <a:headEnd type="none" w="sm" len="sm"/>
            <a:tailEnd type="none" w="sm" len="sm"/>
          </a:ln>
        </p:spPr>
      </p:cxnSp>
      <p:cxnSp>
        <p:nvCxnSpPr>
          <p:cNvPr id="127" name="Google Shape;127;p32"/>
          <p:cNvCxnSpPr/>
          <p:nvPr/>
        </p:nvCxnSpPr>
        <p:spPr>
          <a:xfrm>
            <a:off x="6962227" y="2133600"/>
            <a:ext cx="0" cy="3966882"/>
          </a:xfrm>
          <a:prstGeom prst="straightConnector1">
            <a:avLst/>
          </a:prstGeom>
          <a:noFill/>
          <a:ln w="12700" cap="flat" cmpd="sng">
            <a:solidFill>
              <a:srgbClr val="86D1D8">
                <a:alpha val="40000"/>
              </a:srgbClr>
            </a:solidFill>
            <a:prstDash val="solid"/>
            <a:round/>
            <a:headEnd type="none" w="sm" len="sm"/>
            <a:tailEnd type="none" w="sm" len="sm"/>
          </a:ln>
        </p:spPr>
      </p:cxnSp>
      <p:sp>
        <p:nvSpPr>
          <p:cNvPr id="128" name="Google Shape;128;p32"/>
          <p:cNvSpPr txBox="1">
            <a:spLocks noGrp="1"/>
          </p:cNvSpPr>
          <p:nvPr>
            <p:ph type="dt" idx="10"/>
          </p:nvPr>
        </p:nvSpPr>
        <p:spPr>
          <a:xfrm rot="5400000">
            <a:off x="10155639" y="1790701"/>
            <a:ext cx="990599" cy="304799"/>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9" name="Google Shape;129;p32"/>
          <p:cNvSpPr txBox="1">
            <a:spLocks noGrp="1"/>
          </p:cNvSpPr>
          <p:nvPr>
            <p:ph type="ftr" idx="11"/>
          </p:nvPr>
        </p:nvSpPr>
        <p:spPr>
          <a:xfrm rot="5400000">
            <a:off x="8951573" y="3225297"/>
            <a:ext cx="3859795" cy="304801"/>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0" name="Google Shape;130;p32"/>
          <p:cNvSpPr txBox="1">
            <a:spLocks noGrp="1"/>
          </p:cNvSpPr>
          <p:nvPr>
            <p:ph type="sldNum" idx="12"/>
          </p:nvPr>
        </p:nvSpPr>
        <p:spPr>
          <a:xfrm>
            <a:off x="10352540" y="295729"/>
            <a:ext cx="838199" cy="767687"/>
          </a:xfrm>
          <a:prstGeom prst="rect">
            <a:avLst/>
          </a:prstGeom>
          <a:noFill/>
          <a:ln>
            <a:noFill/>
          </a:ln>
        </p:spPr>
        <p:txBody>
          <a:bodyPr spcFirstLastPara="1" wrap="square" lIns="91425" tIns="45700" rIns="91425" bIns="45700" anchor="b"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31"/>
        <p:cNvGrpSpPr/>
        <p:nvPr/>
      </p:nvGrpSpPr>
      <p:grpSpPr>
        <a:xfrm>
          <a:off x="0" y="0"/>
          <a:ext cx="0" cy="0"/>
          <a:chOff x="0" y="0"/>
          <a:chExt cx="0" cy="0"/>
        </a:xfrm>
      </p:grpSpPr>
      <p:sp>
        <p:nvSpPr>
          <p:cNvPr id="132" name="Google Shape;132;p33"/>
          <p:cNvSpPr txBox="1">
            <a:spLocks noGrp="1"/>
          </p:cNvSpPr>
          <p:nvPr>
            <p:ph type="title"/>
          </p:nvPr>
        </p:nvSpPr>
        <p:spPr>
          <a:xfrm>
            <a:off x="646111" y="452718"/>
            <a:ext cx="9404723" cy="140053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Clr>
                <a:schemeClr val="lt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3" name="Google Shape;133;p33"/>
          <p:cNvSpPr txBox="1">
            <a:spLocks noGrp="1"/>
          </p:cNvSpPr>
          <p:nvPr>
            <p:ph type="body" idx="1"/>
          </p:nvPr>
        </p:nvSpPr>
        <p:spPr>
          <a:xfrm rot="5400000">
            <a:off x="3478842" y="-322612"/>
            <a:ext cx="4195481" cy="8946541"/>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39" algn="l">
              <a:spcBef>
                <a:spcPts val="1000"/>
              </a:spcBef>
              <a:spcAft>
                <a:spcPts val="0"/>
              </a:spcAft>
              <a:buSzPts val="1440"/>
              <a:buChar char="►"/>
              <a:defRPr/>
            </a:lvl3pPr>
            <a:lvl4pPr marL="1828800" lvl="3" indent="-320039" algn="l">
              <a:spcBef>
                <a:spcPts val="1000"/>
              </a:spcBef>
              <a:spcAft>
                <a:spcPts val="0"/>
              </a:spcAft>
              <a:buSzPts val="1440"/>
              <a:buChar char="►"/>
              <a:defRPr/>
            </a:lvl4pPr>
            <a:lvl5pPr marL="2286000" lvl="4" indent="-320039" algn="l">
              <a:spcBef>
                <a:spcPts val="1000"/>
              </a:spcBef>
              <a:spcAft>
                <a:spcPts val="0"/>
              </a:spcAft>
              <a:buSzPts val="1440"/>
              <a:buChar char="►"/>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134" name="Google Shape;134;p33"/>
          <p:cNvSpPr txBox="1">
            <a:spLocks noGrp="1"/>
          </p:cNvSpPr>
          <p:nvPr>
            <p:ph type="dt" idx="10"/>
          </p:nvPr>
        </p:nvSpPr>
        <p:spPr>
          <a:xfrm rot="5400000">
            <a:off x="10155639" y="1790701"/>
            <a:ext cx="990599" cy="304799"/>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5" name="Google Shape;135;p33"/>
          <p:cNvSpPr txBox="1">
            <a:spLocks noGrp="1"/>
          </p:cNvSpPr>
          <p:nvPr>
            <p:ph type="ftr" idx="11"/>
          </p:nvPr>
        </p:nvSpPr>
        <p:spPr>
          <a:xfrm rot="5400000">
            <a:off x="8951573" y="3225297"/>
            <a:ext cx="3859795" cy="304801"/>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6" name="Google Shape;136;p33"/>
          <p:cNvSpPr txBox="1">
            <a:spLocks noGrp="1"/>
          </p:cNvSpPr>
          <p:nvPr>
            <p:ph type="sldNum" idx="12"/>
          </p:nvPr>
        </p:nvSpPr>
        <p:spPr>
          <a:xfrm>
            <a:off x="10352540" y="295729"/>
            <a:ext cx="838199" cy="767687"/>
          </a:xfrm>
          <a:prstGeom prst="rect">
            <a:avLst/>
          </a:prstGeom>
          <a:noFill/>
          <a:ln>
            <a:noFill/>
          </a:ln>
        </p:spPr>
        <p:txBody>
          <a:bodyPr spcFirstLastPara="1" wrap="square" lIns="91425" tIns="45700" rIns="91425" bIns="45700" anchor="b"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37"/>
        <p:cNvGrpSpPr/>
        <p:nvPr/>
      </p:nvGrpSpPr>
      <p:grpSpPr>
        <a:xfrm>
          <a:off x="0" y="0"/>
          <a:ext cx="0" cy="0"/>
          <a:chOff x="0" y="0"/>
          <a:chExt cx="0" cy="0"/>
        </a:xfrm>
      </p:grpSpPr>
      <p:sp>
        <p:nvSpPr>
          <p:cNvPr id="138" name="Google Shape;138;p34"/>
          <p:cNvSpPr txBox="1">
            <a:spLocks noGrp="1"/>
          </p:cNvSpPr>
          <p:nvPr>
            <p:ph type="title"/>
          </p:nvPr>
        </p:nvSpPr>
        <p:spPr>
          <a:xfrm rot="5400000">
            <a:off x="6267450" y="2466975"/>
            <a:ext cx="5826125" cy="1752601"/>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Clr>
                <a:schemeClr val="lt2"/>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9" name="Google Shape;139;p34"/>
          <p:cNvSpPr txBox="1">
            <a:spLocks noGrp="1"/>
          </p:cNvSpPr>
          <p:nvPr>
            <p:ph type="body" idx="1"/>
          </p:nvPr>
        </p:nvSpPr>
        <p:spPr>
          <a:xfrm rot="5400000">
            <a:off x="1679576" y="-139699"/>
            <a:ext cx="5368924" cy="7423149"/>
          </a:xfrm>
          <a:prstGeom prst="rect">
            <a:avLst/>
          </a:prstGeom>
          <a:noFill/>
          <a:ln>
            <a:noFill/>
          </a:ln>
        </p:spPr>
        <p:txBody>
          <a:bodyPr spcFirstLastPara="1" wrap="square" lIns="91425" tIns="45700" rIns="91425" bIns="45700" anchor="t" anchorCtr="0">
            <a:normAutofit/>
          </a:bodyPr>
          <a:lstStyle>
            <a:lvl1pPr marL="457200" lvl="0" indent="-320040" algn="l">
              <a:spcBef>
                <a:spcPts val="1000"/>
              </a:spcBef>
              <a:spcAft>
                <a:spcPts val="0"/>
              </a:spcAft>
              <a:buSzPts val="1440"/>
              <a:buChar char="►"/>
              <a:defRPr/>
            </a:lvl1pPr>
            <a:lvl2pPr marL="914400" lvl="1" indent="-320040" algn="l">
              <a:spcBef>
                <a:spcPts val="1000"/>
              </a:spcBef>
              <a:spcAft>
                <a:spcPts val="0"/>
              </a:spcAft>
              <a:buSzPts val="1440"/>
              <a:buChar char="►"/>
              <a:defRPr/>
            </a:lvl2pPr>
            <a:lvl3pPr marL="1371600" lvl="2" indent="-320039" algn="l">
              <a:spcBef>
                <a:spcPts val="1000"/>
              </a:spcBef>
              <a:spcAft>
                <a:spcPts val="0"/>
              </a:spcAft>
              <a:buSzPts val="1440"/>
              <a:buChar char="►"/>
              <a:defRPr/>
            </a:lvl3pPr>
            <a:lvl4pPr marL="1828800" lvl="3" indent="-320039" algn="l">
              <a:spcBef>
                <a:spcPts val="1000"/>
              </a:spcBef>
              <a:spcAft>
                <a:spcPts val="0"/>
              </a:spcAft>
              <a:buSzPts val="1440"/>
              <a:buChar char="►"/>
              <a:defRPr/>
            </a:lvl4pPr>
            <a:lvl5pPr marL="2286000" lvl="4" indent="-320039" algn="l">
              <a:spcBef>
                <a:spcPts val="1000"/>
              </a:spcBef>
              <a:spcAft>
                <a:spcPts val="0"/>
              </a:spcAft>
              <a:buSzPts val="1440"/>
              <a:buChar char="►"/>
              <a:defRPr/>
            </a:lvl5pPr>
            <a:lvl6pPr marL="2743200" lvl="5" indent="-320039" algn="l">
              <a:spcBef>
                <a:spcPts val="1000"/>
              </a:spcBef>
              <a:spcAft>
                <a:spcPts val="0"/>
              </a:spcAft>
              <a:buSzPts val="1440"/>
              <a:buChar char="►"/>
              <a:defRPr/>
            </a:lvl6pPr>
            <a:lvl7pPr marL="3200400" lvl="6" indent="-320039" algn="l">
              <a:spcBef>
                <a:spcPts val="1000"/>
              </a:spcBef>
              <a:spcAft>
                <a:spcPts val="0"/>
              </a:spcAft>
              <a:buSzPts val="1440"/>
              <a:buChar char="►"/>
              <a:defRPr/>
            </a:lvl7pPr>
            <a:lvl8pPr marL="3657600" lvl="7" indent="-320040" algn="l">
              <a:spcBef>
                <a:spcPts val="1000"/>
              </a:spcBef>
              <a:spcAft>
                <a:spcPts val="0"/>
              </a:spcAft>
              <a:buSzPts val="1440"/>
              <a:buChar char="►"/>
              <a:defRPr/>
            </a:lvl8pPr>
            <a:lvl9pPr marL="4114800" lvl="8" indent="-320040" algn="l">
              <a:spcBef>
                <a:spcPts val="1000"/>
              </a:spcBef>
              <a:spcAft>
                <a:spcPts val="0"/>
              </a:spcAft>
              <a:buSzPts val="1440"/>
              <a:buChar char="►"/>
              <a:defRPr/>
            </a:lvl9pPr>
          </a:lstStyle>
          <a:p>
            <a:endParaRPr/>
          </a:p>
        </p:txBody>
      </p:sp>
      <p:sp>
        <p:nvSpPr>
          <p:cNvPr id="140" name="Google Shape;140;p34"/>
          <p:cNvSpPr txBox="1">
            <a:spLocks noGrp="1"/>
          </p:cNvSpPr>
          <p:nvPr>
            <p:ph type="dt" idx="10"/>
          </p:nvPr>
        </p:nvSpPr>
        <p:spPr>
          <a:xfrm rot="5400000">
            <a:off x="10155639" y="1790701"/>
            <a:ext cx="990599" cy="304799"/>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1" name="Google Shape;141;p34"/>
          <p:cNvSpPr txBox="1">
            <a:spLocks noGrp="1"/>
          </p:cNvSpPr>
          <p:nvPr>
            <p:ph type="ftr" idx="11"/>
          </p:nvPr>
        </p:nvSpPr>
        <p:spPr>
          <a:xfrm rot="5400000">
            <a:off x="8951573" y="3225297"/>
            <a:ext cx="3859795" cy="304801"/>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2" name="Google Shape;142;p34"/>
          <p:cNvSpPr txBox="1">
            <a:spLocks noGrp="1"/>
          </p:cNvSpPr>
          <p:nvPr>
            <p:ph type="sldNum" idx="12"/>
          </p:nvPr>
        </p:nvSpPr>
        <p:spPr>
          <a:xfrm>
            <a:off x="10352540" y="295729"/>
            <a:ext cx="838199" cy="767687"/>
          </a:xfrm>
          <a:prstGeom prst="rect">
            <a:avLst/>
          </a:prstGeom>
          <a:noFill/>
          <a:ln>
            <a:noFill/>
          </a:ln>
        </p:spPr>
        <p:txBody>
          <a:bodyPr spcFirstLastPara="1" wrap="square" lIns="91425" tIns="45700" rIns="91425" bIns="45700" anchor="b"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3.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5.png"/><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4.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9">
            <a:alphaModFix/>
          </a:blip>
          <a:stretch>
            <a:fillRect/>
          </a:stretch>
        </a:blipFill>
        <a:effectLst/>
      </p:bgPr>
    </p:bg>
    <p:spTree>
      <p:nvGrpSpPr>
        <p:cNvPr id="1" name="Shape 5"/>
        <p:cNvGrpSpPr/>
        <p:nvPr/>
      </p:nvGrpSpPr>
      <p:grpSpPr>
        <a:xfrm>
          <a:off x="0" y="0"/>
          <a:ext cx="0" cy="0"/>
          <a:chOff x="0" y="0"/>
          <a:chExt cx="0" cy="0"/>
        </a:xfrm>
      </p:grpSpPr>
      <p:pic>
        <p:nvPicPr>
          <p:cNvPr id="6" name="Google Shape;6;p17"/>
          <p:cNvPicPr preferRelativeResize="0"/>
          <p:nvPr/>
        </p:nvPicPr>
        <p:blipFill rotWithShape="1">
          <a:blip r:embed="rId20">
            <a:alphaModFix/>
          </a:blip>
          <a:srcRect l="3613"/>
          <a:stretch/>
        </p:blipFill>
        <p:spPr>
          <a:xfrm>
            <a:off x="0" y="2669685"/>
            <a:ext cx="4037012" cy="4188315"/>
          </a:xfrm>
          <a:prstGeom prst="rect">
            <a:avLst/>
          </a:prstGeom>
          <a:noFill/>
          <a:ln>
            <a:noFill/>
          </a:ln>
        </p:spPr>
      </p:pic>
      <p:pic>
        <p:nvPicPr>
          <p:cNvPr id="7" name="Google Shape;7;p17"/>
          <p:cNvPicPr preferRelativeResize="0"/>
          <p:nvPr/>
        </p:nvPicPr>
        <p:blipFill rotWithShape="1">
          <a:blip r:embed="rId21">
            <a:alphaModFix/>
          </a:blip>
          <a:srcRect l="35640"/>
          <a:stretch/>
        </p:blipFill>
        <p:spPr>
          <a:xfrm>
            <a:off x="0" y="2892347"/>
            <a:ext cx="1522412" cy="2365453"/>
          </a:xfrm>
          <a:prstGeom prst="rect">
            <a:avLst/>
          </a:prstGeom>
          <a:noFill/>
          <a:ln>
            <a:noFill/>
          </a:ln>
        </p:spPr>
      </p:pic>
      <p:sp>
        <p:nvSpPr>
          <p:cNvPr id="8" name="Google Shape;8;p17"/>
          <p:cNvSpPr/>
          <p:nvPr/>
        </p:nvSpPr>
        <p:spPr>
          <a:xfrm>
            <a:off x="8609012" y="1676400"/>
            <a:ext cx="2819400" cy="2819400"/>
          </a:xfrm>
          <a:prstGeom prst="ellipse">
            <a:avLst/>
          </a:prstGeom>
          <a:gradFill>
            <a:gsLst>
              <a:gs pos="0">
                <a:srgbClr val="4CB9C3">
                  <a:alpha val="6666"/>
                </a:srgbClr>
              </a:gs>
              <a:gs pos="36000">
                <a:srgbClr val="4CB9C3">
                  <a:alpha val="5882"/>
                </a:srgbClr>
              </a:gs>
              <a:gs pos="69000">
                <a:srgbClr val="4CB9C3">
                  <a:alpha val="0"/>
                </a:srgbClr>
              </a:gs>
              <a:gs pos="100000">
                <a:srgbClr val="4CB9C3">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9" name="Google Shape;9;p17"/>
          <p:cNvPicPr preferRelativeResize="0"/>
          <p:nvPr/>
        </p:nvPicPr>
        <p:blipFill rotWithShape="1">
          <a:blip r:embed="rId22">
            <a:alphaModFix/>
          </a:blip>
          <a:srcRect t="28812"/>
          <a:stretch/>
        </p:blipFill>
        <p:spPr>
          <a:xfrm>
            <a:off x="7999412" y="0"/>
            <a:ext cx="1603387" cy="1141407"/>
          </a:xfrm>
          <a:prstGeom prst="rect">
            <a:avLst/>
          </a:prstGeom>
          <a:noFill/>
          <a:ln>
            <a:noFill/>
          </a:ln>
        </p:spPr>
      </p:pic>
      <p:pic>
        <p:nvPicPr>
          <p:cNvPr id="10" name="Google Shape;10;p17"/>
          <p:cNvPicPr preferRelativeResize="0"/>
          <p:nvPr/>
        </p:nvPicPr>
        <p:blipFill rotWithShape="1">
          <a:blip r:embed="rId23">
            <a:alphaModFix/>
          </a:blip>
          <a:srcRect b="23320"/>
          <a:stretch/>
        </p:blipFill>
        <p:spPr>
          <a:xfrm>
            <a:off x="8605878" y="6096000"/>
            <a:ext cx="993734" cy="762000"/>
          </a:xfrm>
          <a:prstGeom prst="rect">
            <a:avLst/>
          </a:prstGeom>
          <a:noFill/>
          <a:ln>
            <a:noFill/>
          </a:ln>
        </p:spPr>
      </p:pic>
      <p:sp>
        <p:nvSpPr>
          <p:cNvPr id="11" name="Google Shape;11;p17"/>
          <p:cNvSpPr/>
          <p:nvPr/>
        </p:nvSpPr>
        <p:spPr>
          <a:xfrm>
            <a:off x="10437812" y="0"/>
            <a:ext cx="685800" cy="1143000"/>
          </a:xfrm>
          <a:prstGeom prst="rect">
            <a:avLst/>
          </a:prstGeom>
          <a:solidFill>
            <a:schemeClr val="accent1"/>
          </a:solidFill>
          <a:ln>
            <a:noFill/>
          </a:ln>
          <a:effectLst>
            <a:outerShdw blurRad="38100" dist="25400" dir="5400000" rotWithShape="0">
              <a:srgbClr val="000000">
                <a:alpha val="44705"/>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17"/>
          <p:cNvSpPr txBox="1">
            <a:spLocks noGrp="1"/>
          </p:cNvSpPr>
          <p:nvPr>
            <p:ph type="title"/>
          </p:nvPr>
        </p:nvSpPr>
        <p:spPr>
          <a:xfrm>
            <a:off x="646111" y="452718"/>
            <a:ext cx="9404723" cy="140053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Clr>
                <a:schemeClr val="lt2"/>
              </a:buClr>
              <a:buSzPts val="4200"/>
              <a:buFont typeface="Century Gothic"/>
              <a:buNone/>
              <a:defRPr sz="4200" b="0" i="0" u="none" strike="noStrike" cap="none">
                <a:solidFill>
                  <a:schemeClr val="lt2"/>
                </a:solidFill>
                <a:latin typeface="Century Gothic"/>
                <a:ea typeface="Century Gothic"/>
                <a:cs typeface="Century Gothic"/>
                <a:sym typeface="Century Gothic"/>
              </a:defRPr>
            </a:lvl1pPr>
            <a:lvl2pPr marR="0" lvl="1" algn="l" rtl="0">
              <a:spcBef>
                <a:spcPts val="0"/>
              </a:spcBef>
              <a:spcAft>
                <a:spcPts val="0"/>
              </a:spcAft>
              <a:buSzPts val="1400"/>
              <a:buNone/>
              <a:defRPr sz="1800" b="0" i="0" u="none" strike="noStrike" cap="none">
                <a:solidFill>
                  <a:schemeClr val="lt2"/>
                </a:solidFill>
              </a:defRPr>
            </a:lvl2pPr>
            <a:lvl3pPr marR="0" lvl="2" algn="l" rtl="0">
              <a:spcBef>
                <a:spcPts val="0"/>
              </a:spcBef>
              <a:spcAft>
                <a:spcPts val="0"/>
              </a:spcAft>
              <a:buSzPts val="1400"/>
              <a:buNone/>
              <a:defRPr sz="1800" b="0" i="0" u="none" strike="noStrike" cap="none">
                <a:solidFill>
                  <a:schemeClr val="lt2"/>
                </a:solidFill>
              </a:defRPr>
            </a:lvl3pPr>
            <a:lvl4pPr marR="0" lvl="3" algn="l" rtl="0">
              <a:spcBef>
                <a:spcPts val="0"/>
              </a:spcBef>
              <a:spcAft>
                <a:spcPts val="0"/>
              </a:spcAft>
              <a:buSzPts val="1400"/>
              <a:buNone/>
              <a:defRPr sz="1800" b="0" i="0" u="none" strike="noStrike" cap="none">
                <a:solidFill>
                  <a:schemeClr val="lt2"/>
                </a:solidFill>
              </a:defRPr>
            </a:lvl4pPr>
            <a:lvl5pPr marR="0" lvl="4" algn="l" rtl="0">
              <a:spcBef>
                <a:spcPts val="0"/>
              </a:spcBef>
              <a:spcAft>
                <a:spcPts val="0"/>
              </a:spcAft>
              <a:buSzPts val="1400"/>
              <a:buNone/>
              <a:defRPr sz="1800" b="0" i="0" u="none" strike="noStrike" cap="none">
                <a:solidFill>
                  <a:schemeClr val="lt2"/>
                </a:solidFill>
              </a:defRPr>
            </a:lvl5pPr>
            <a:lvl6pPr marR="0" lvl="5" algn="l" rtl="0">
              <a:spcBef>
                <a:spcPts val="0"/>
              </a:spcBef>
              <a:spcAft>
                <a:spcPts val="0"/>
              </a:spcAft>
              <a:buSzPts val="1400"/>
              <a:buNone/>
              <a:defRPr sz="1800" b="0" i="0" u="none" strike="noStrike" cap="none">
                <a:solidFill>
                  <a:schemeClr val="lt2"/>
                </a:solidFill>
              </a:defRPr>
            </a:lvl6pPr>
            <a:lvl7pPr marR="0" lvl="6" algn="l" rtl="0">
              <a:spcBef>
                <a:spcPts val="0"/>
              </a:spcBef>
              <a:spcAft>
                <a:spcPts val="0"/>
              </a:spcAft>
              <a:buSzPts val="1400"/>
              <a:buNone/>
              <a:defRPr sz="1800" b="0" i="0" u="none" strike="noStrike" cap="none">
                <a:solidFill>
                  <a:schemeClr val="lt2"/>
                </a:solidFill>
              </a:defRPr>
            </a:lvl7pPr>
            <a:lvl8pPr marR="0" lvl="7" algn="l" rtl="0">
              <a:spcBef>
                <a:spcPts val="0"/>
              </a:spcBef>
              <a:spcAft>
                <a:spcPts val="0"/>
              </a:spcAft>
              <a:buSzPts val="1400"/>
              <a:buNone/>
              <a:defRPr sz="1800" b="0" i="0" u="none" strike="noStrike" cap="none">
                <a:solidFill>
                  <a:schemeClr val="lt2"/>
                </a:solidFill>
              </a:defRPr>
            </a:lvl8pPr>
            <a:lvl9pPr marR="0" lvl="8" algn="l" rtl="0">
              <a:spcBef>
                <a:spcPts val="0"/>
              </a:spcBef>
              <a:spcAft>
                <a:spcPts val="0"/>
              </a:spcAft>
              <a:buSzPts val="1400"/>
              <a:buNone/>
              <a:defRPr sz="1800" b="0" i="0" u="none" strike="noStrike" cap="none">
                <a:solidFill>
                  <a:schemeClr val="lt2"/>
                </a:solidFill>
              </a:defRPr>
            </a:lvl9pPr>
          </a:lstStyle>
          <a:p>
            <a:endParaRPr/>
          </a:p>
        </p:txBody>
      </p:sp>
      <p:sp>
        <p:nvSpPr>
          <p:cNvPr id="13" name="Google Shape;13;p17"/>
          <p:cNvSpPr txBox="1">
            <a:spLocks noGrp="1"/>
          </p:cNvSpPr>
          <p:nvPr>
            <p:ph type="body" idx="1"/>
          </p:nvPr>
        </p:nvSpPr>
        <p:spPr>
          <a:xfrm>
            <a:off x="1103312" y="2052918"/>
            <a:ext cx="8946541" cy="4195481"/>
          </a:xfrm>
          <a:prstGeom prst="rect">
            <a:avLst/>
          </a:prstGeom>
          <a:noFill/>
          <a:ln>
            <a:noFill/>
          </a:ln>
        </p:spPr>
        <p:txBody>
          <a:bodyPr spcFirstLastPara="1" wrap="square" lIns="91425" tIns="45700" rIns="91425" bIns="45700" anchor="t" anchorCtr="0">
            <a:normAutofit/>
          </a:bodyPr>
          <a:lstStyle>
            <a:lvl1pPr marL="457200" marR="0" lvl="0" indent="-330200" algn="l" rtl="0">
              <a:spcBef>
                <a:spcPts val="1000"/>
              </a:spcBef>
              <a:spcAft>
                <a:spcPts val="0"/>
              </a:spcAft>
              <a:buClr>
                <a:srgbClr val="86D1D8"/>
              </a:buClr>
              <a:buSzPts val="1600"/>
              <a:buFont typeface="Noto Sans Symbols"/>
              <a:buChar char="►"/>
              <a:defRPr sz="2000" b="0" i="0" u="none" strike="noStrike" cap="none">
                <a:solidFill>
                  <a:schemeClr val="lt1"/>
                </a:solidFill>
                <a:latin typeface="Century Gothic"/>
                <a:ea typeface="Century Gothic"/>
                <a:cs typeface="Century Gothic"/>
                <a:sym typeface="Century Gothic"/>
              </a:defRPr>
            </a:lvl1pPr>
            <a:lvl2pPr marL="914400" marR="0" lvl="1" indent="-320040" algn="l" rtl="0">
              <a:spcBef>
                <a:spcPts val="1000"/>
              </a:spcBef>
              <a:spcAft>
                <a:spcPts val="0"/>
              </a:spcAft>
              <a:buClr>
                <a:srgbClr val="86D1D8"/>
              </a:buClr>
              <a:buSzPts val="1440"/>
              <a:buFont typeface="Noto Sans Symbols"/>
              <a:buChar char="►"/>
              <a:defRPr sz="1800" b="0" i="0" u="none" strike="noStrike" cap="none">
                <a:solidFill>
                  <a:schemeClr val="lt1"/>
                </a:solidFill>
                <a:latin typeface="Century Gothic"/>
                <a:ea typeface="Century Gothic"/>
                <a:cs typeface="Century Gothic"/>
                <a:sym typeface="Century Gothic"/>
              </a:defRPr>
            </a:lvl2pPr>
            <a:lvl3pPr marL="1371600" marR="0" lvl="2" indent="-309880" algn="l" rtl="0">
              <a:spcBef>
                <a:spcPts val="1000"/>
              </a:spcBef>
              <a:spcAft>
                <a:spcPts val="0"/>
              </a:spcAft>
              <a:buClr>
                <a:srgbClr val="86D1D8"/>
              </a:buClr>
              <a:buSzPts val="1280"/>
              <a:buFont typeface="Noto Sans Symbols"/>
              <a:buChar char="►"/>
              <a:defRPr sz="1600" b="0" i="0" u="none" strike="noStrike" cap="none">
                <a:solidFill>
                  <a:schemeClr val="lt1"/>
                </a:solidFill>
                <a:latin typeface="Century Gothic"/>
                <a:ea typeface="Century Gothic"/>
                <a:cs typeface="Century Gothic"/>
                <a:sym typeface="Century Gothic"/>
              </a:defRPr>
            </a:lvl3pPr>
            <a:lvl4pPr marL="1828800" marR="0" lvl="3" indent="-299719" algn="l" rtl="0">
              <a:spcBef>
                <a:spcPts val="1000"/>
              </a:spcBef>
              <a:spcAft>
                <a:spcPts val="0"/>
              </a:spcAft>
              <a:buClr>
                <a:srgbClr val="86D1D8"/>
              </a:buClr>
              <a:buSzPts val="1120"/>
              <a:buFont typeface="Noto Sans Symbols"/>
              <a:buChar char="►"/>
              <a:defRPr sz="1400" b="0" i="0" u="none" strike="noStrike" cap="none">
                <a:solidFill>
                  <a:schemeClr val="lt1"/>
                </a:solidFill>
                <a:latin typeface="Century Gothic"/>
                <a:ea typeface="Century Gothic"/>
                <a:cs typeface="Century Gothic"/>
                <a:sym typeface="Century Gothic"/>
              </a:defRPr>
            </a:lvl4pPr>
            <a:lvl5pPr marL="2286000" marR="0" lvl="4" indent="-299720" algn="l" rtl="0">
              <a:spcBef>
                <a:spcPts val="1000"/>
              </a:spcBef>
              <a:spcAft>
                <a:spcPts val="0"/>
              </a:spcAft>
              <a:buClr>
                <a:srgbClr val="86D1D8"/>
              </a:buClr>
              <a:buSzPts val="1120"/>
              <a:buFont typeface="Noto Sans Symbols"/>
              <a:buChar char="►"/>
              <a:defRPr sz="1400" b="0" i="0" u="none" strike="noStrike" cap="none">
                <a:solidFill>
                  <a:schemeClr val="lt1"/>
                </a:solidFill>
                <a:latin typeface="Century Gothic"/>
                <a:ea typeface="Century Gothic"/>
                <a:cs typeface="Century Gothic"/>
                <a:sym typeface="Century Gothic"/>
              </a:defRPr>
            </a:lvl5pPr>
            <a:lvl6pPr marL="2743200" marR="0" lvl="5" indent="-299720" algn="l" rtl="0">
              <a:spcBef>
                <a:spcPts val="1000"/>
              </a:spcBef>
              <a:spcAft>
                <a:spcPts val="0"/>
              </a:spcAft>
              <a:buClr>
                <a:srgbClr val="86D1D8"/>
              </a:buClr>
              <a:buSzPts val="1120"/>
              <a:buFont typeface="Noto Sans Symbols"/>
              <a:buChar char="►"/>
              <a:defRPr sz="1400" b="0" i="0" u="none" strike="noStrike" cap="none">
                <a:solidFill>
                  <a:schemeClr val="lt1"/>
                </a:solidFill>
                <a:latin typeface="Century Gothic"/>
                <a:ea typeface="Century Gothic"/>
                <a:cs typeface="Century Gothic"/>
                <a:sym typeface="Century Gothic"/>
              </a:defRPr>
            </a:lvl6pPr>
            <a:lvl7pPr marL="3200400" marR="0" lvl="6" indent="-299720" algn="l" rtl="0">
              <a:spcBef>
                <a:spcPts val="1000"/>
              </a:spcBef>
              <a:spcAft>
                <a:spcPts val="0"/>
              </a:spcAft>
              <a:buClr>
                <a:srgbClr val="86D1D8"/>
              </a:buClr>
              <a:buSzPts val="1120"/>
              <a:buFont typeface="Noto Sans Symbols"/>
              <a:buChar char="►"/>
              <a:defRPr sz="1400" b="0" i="0" u="none" strike="noStrike" cap="none">
                <a:solidFill>
                  <a:schemeClr val="lt1"/>
                </a:solidFill>
                <a:latin typeface="Century Gothic"/>
                <a:ea typeface="Century Gothic"/>
                <a:cs typeface="Century Gothic"/>
                <a:sym typeface="Century Gothic"/>
              </a:defRPr>
            </a:lvl7pPr>
            <a:lvl8pPr marL="3657600" marR="0" lvl="7" indent="-299720" algn="l" rtl="0">
              <a:spcBef>
                <a:spcPts val="1000"/>
              </a:spcBef>
              <a:spcAft>
                <a:spcPts val="0"/>
              </a:spcAft>
              <a:buClr>
                <a:srgbClr val="86D1D8"/>
              </a:buClr>
              <a:buSzPts val="1120"/>
              <a:buFont typeface="Noto Sans Symbols"/>
              <a:buChar char="►"/>
              <a:defRPr sz="1400" b="0" i="0" u="none" strike="noStrike" cap="none">
                <a:solidFill>
                  <a:schemeClr val="lt1"/>
                </a:solidFill>
                <a:latin typeface="Century Gothic"/>
                <a:ea typeface="Century Gothic"/>
                <a:cs typeface="Century Gothic"/>
                <a:sym typeface="Century Gothic"/>
              </a:defRPr>
            </a:lvl8pPr>
            <a:lvl9pPr marL="4114800" marR="0" lvl="8" indent="-299720" algn="l" rtl="0">
              <a:spcBef>
                <a:spcPts val="1000"/>
              </a:spcBef>
              <a:spcAft>
                <a:spcPts val="0"/>
              </a:spcAft>
              <a:buClr>
                <a:srgbClr val="86D1D8"/>
              </a:buClr>
              <a:buSzPts val="1120"/>
              <a:buFont typeface="Noto Sans Symbols"/>
              <a:buChar char="►"/>
              <a:defRPr sz="1400" b="0" i="0" u="none" strike="noStrike" cap="none">
                <a:solidFill>
                  <a:schemeClr val="lt1"/>
                </a:solidFill>
                <a:latin typeface="Century Gothic"/>
                <a:ea typeface="Century Gothic"/>
                <a:cs typeface="Century Gothic"/>
                <a:sym typeface="Century Gothic"/>
              </a:defRPr>
            </a:lvl9pPr>
          </a:lstStyle>
          <a:p>
            <a:endParaRPr/>
          </a:p>
        </p:txBody>
      </p:sp>
      <p:sp>
        <p:nvSpPr>
          <p:cNvPr id="14" name="Google Shape;14;p17"/>
          <p:cNvSpPr txBox="1">
            <a:spLocks noGrp="1"/>
          </p:cNvSpPr>
          <p:nvPr>
            <p:ph type="dt" idx="10"/>
          </p:nvPr>
        </p:nvSpPr>
        <p:spPr>
          <a:xfrm rot="5400000">
            <a:off x="10155639" y="1790701"/>
            <a:ext cx="990599" cy="304799"/>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100" b="0" i="0" u="none" strike="noStrike" cap="none">
                <a:solidFill>
                  <a:schemeClr val="lt1"/>
                </a:solidFill>
                <a:latin typeface="Century Gothic"/>
                <a:ea typeface="Century Gothic"/>
                <a:cs typeface="Century Gothic"/>
                <a:sym typeface="Century Gothic"/>
              </a:defRPr>
            </a:lvl1pPr>
            <a:lvl2pPr marR="0" lvl="1" algn="l" rtl="0">
              <a:spcBef>
                <a:spcPts val="0"/>
              </a:spcBef>
              <a:spcAft>
                <a:spcPts val="0"/>
              </a:spcAft>
              <a:buSzPts val="1400"/>
              <a:buNone/>
              <a:defRPr sz="1800" b="0" i="0" u="none" strike="noStrike" cap="none">
                <a:solidFill>
                  <a:schemeClr val="lt1"/>
                </a:solidFill>
                <a:latin typeface="Century Gothic"/>
                <a:ea typeface="Century Gothic"/>
                <a:cs typeface="Century Gothic"/>
                <a:sym typeface="Century Gothic"/>
              </a:defRPr>
            </a:lvl2pPr>
            <a:lvl3pPr marR="0" lvl="2" algn="l" rtl="0">
              <a:spcBef>
                <a:spcPts val="0"/>
              </a:spcBef>
              <a:spcAft>
                <a:spcPts val="0"/>
              </a:spcAft>
              <a:buSzPts val="1400"/>
              <a:buNone/>
              <a:defRPr sz="1800" b="0" i="0" u="none" strike="noStrike" cap="none">
                <a:solidFill>
                  <a:schemeClr val="lt1"/>
                </a:solidFill>
                <a:latin typeface="Century Gothic"/>
                <a:ea typeface="Century Gothic"/>
                <a:cs typeface="Century Gothic"/>
                <a:sym typeface="Century Gothic"/>
              </a:defRPr>
            </a:lvl3pPr>
            <a:lvl4pPr marR="0" lvl="3" algn="l" rtl="0">
              <a:spcBef>
                <a:spcPts val="0"/>
              </a:spcBef>
              <a:spcAft>
                <a:spcPts val="0"/>
              </a:spcAft>
              <a:buSzPts val="1400"/>
              <a:buNone/>
              <a:defRPr sz="1800" b="0" i="0" u="none" strike="noStrike" cap="none">
                <a:solidFill>
                  <a:schemeClr val="lt1"/>
                </a:solidFill>
                <a:latin typeface="Century Gothic"/>
                <a:ea typeface="Century Gothic"/>
                <a:cs typeface="Century Gothic"/>
                <a:sym typeface="Century Gothic"/>
              </a:defRPr>
            </a:lvl4pPr>
            <a:lvl5pPr marR="0" lvl="4" algn="l" rtl="0">
              <a:spcBef>
                <a:spcPts val="0"/>
              </a:spcBef>
              <a:spcAft>
                <a:spcPts val="0"/>
              </a:spcAft>
              <a:buSzPts val="1400"/>
              <a:buNone/>
              <a:defRPr sz="1800" b="0" i="0" u="none" strike="noStrike" cap="none">
                <a:solidFill>
                  <a:schemeClr val="lt1"/>
                </a:solidFill>
                <a:latin typeface="Century Gothic"/>
                <a:ea typeface="Century Gothic"/>
                <a:cs typeface="Century Gothic"/>
                <a:sym typeface="Century Gothic"/>
              </a:defRPr>
            </a:lvl5pPr>
            <a:lvl6pPr marR="0" lvl="5" algn="l" rtl="0">
              <a:spcBef>
                <a:spcPts val="0"/>
              </a:spcBef>
              <a:spcAft>
                <a:spcPts val="0"/>
              </a:spcAft>
              <a:buSzPts val="1400"/>
              <a:buNone/>
              <a:defRPr sz="1800" b="0" i="0" u="none" strike="noStrike" cap="none">
                <a:solidFill>
                  <a:schemeClr val="lt1"/>
                </a:solidFill>
                <a:latin typeface="Century Gothic"/>
                <a:ea typeface="Century Gothic"/>
                <a:cs typeface="Century Gothic"/>
                <a:sym typeface="Century Gothic"/>
              </a:defRPr>
            </a:lvl6pPr>
            <a:lvl7pPr marR="0" lvl="6" algn="l" rtl="0">
              <a:spcBef>
                <a:spcPts val="0"/>
              </a:spcBef>
              <a:spcAft>
                <a:spcPts val="0"/>
              </a:spcAft>
              <a:buSzPts val="1400"/>
              <a:buNone/>
              <a:defRPr sz="1800" b="0" i="0" u="none" strike="noStrike" cap="none">
                <a:solidFill>
                  <a:schemeClr val="lt1"/>
                </a:solidFill>
                <a:latin typeface="Century Gothic"/>
                <a:ea typeface="Century Gothic"/>
                <a:cs typeface="Century Gothic"/>
                <a:sym typeface="Century Gothic"/>
              </a:defRPr>
            </a:lvl7pPr>
            <a:lvl8pPr marR="0" lvl="7" algn="l" rtl="0">
              <a:spcBef>
                <a:spcPts val="0"/>
              </a:spcBef>
              <a:spcAft>
                <a:spcPts val="0"/>
              </a:spcAft>
              <a:buSzPts val="1400"/>
              <a:buNone/>
              <a:defRPr sz="1800" b="0" i="0" u="none" strike="noStrike" cap="none">
                <a:solidFill>
                  <a:schemeClr val="lt1"/>
                </a:solidFill>
                <a:latin typeface="Century Gothic"/>
                <a:ea typeface="Century Gothic"/>
                <a:cs typeface="Century Gothic"/>
                <a:sym typeface="Century Gothic"/>
              </a:defRPr>
            </a:lvl8pPr>
            <a:lvl9pPr marR="0" lvl="8" algn="l" rtl="0">
              <a:spcBef>
                <a:spcPts val="0"/>
              </a:spcBef>
              <a:spcAft>
                <a:spcPts val="0"/>
              </a:spcAft>
              <a:buSzPts val="1400"/>
              <a:buNone/>
              <a:defRPr sz="1800" b="0" i="0" u="none" strike="noStrike" cap="none">
                <a:solidFill>
                  <a:schemeClr val="lt1"/>
                </a:solidFill>
                <a:latin typeface="Century Gothic"/>
                <a:ea typeface="Century Gothic"/>
                <a:cs typeface="Century Gothic"/>
                <a:sym typeface="Century Gothic"/>
              </a:defRPr>
            </a:lvl9pPr>
          </a:lstStyle>
          <a:p>
            <a:endParaRPr/>
          </a:p>
        </p:txBody>
      </p:sp>
      <p:sp>
        <p:nvSpPr>
          <p:cNvPr id="15" name="Google Shape;15;p17"/>
          <p:cNvSpPr txBox="1">
            <a:spLocks noGrp="1"/>
          </p:cNvSpPr>
          <p:nvPr>
            <p:ph type="ftr" idx="11"/>
          </p:nvPr>
        </p:nvSpPr>
        <p:spPr>
          <a:xfrm rot="5400000">
            <a:off x="8951573" y="3225297"/>
            <a:ext cx="3859795" cy="304801"/>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100" b="0" i="0" u="none" strike="noStrike" cap="none">
                <a:solidFill>
                  <a:schemeClr val="lt1"/>
                </a:solidFill>
                <a:latin typeface="Century Gothic"/>
                <a:ea typeface="Century Gothic"/>
                <a:cs typeface="Century Gothic"/>
                <a:sym typeface="Century Gothic"/>
              </a:defRPr>
            </a:lvl1pPr>
            <a:lvl2pPr marR="0" lvl="1" algn="l" rtl="0">
              <a:spcBef>
                <a:spcPts val="0"/>
              </a:spcBef>
              <a:spcAft>
                <a:spcPts val="0"/>
              </a:spcAft>
              <a:buSzPts val="1400"/>
              <a:buNone/>
              <a:defRPr sz="1800" b="0" i="0" u="none" strike="noStrike" cap="none">
                <a:solidFill>
                  <a:schemeClr val="lt1"/>
                </a:solidFill>
                <a:latin typeface="Century Gothic"/>
                <a:ea typeface="Century Gothic"/>
                <a:cs typeface="Century Gothic"/>
                <a:sym typeface="Century Gothic"/>
              </a:defRPr>
            </a:lvl2pPr>
            <a:lvl3pPr marR="0" lvl="2" algn="l" rtl="0">
              <a:spcBef>
                <a:spcPts val="0"/>
              </a:spcBef>
              <a:spcAft>
                <a:spcPts val="0"/>
              </a:spcAft>
              <a:buSzPts val="1400"/>
              <a:buNone/>
              <a:defRPr sz="1800" b="0" i="0" u="none" strike="noStrike" cap="none">
                <a:solidFill>
                  <a:schemeClr val="lt1"/>
                </a:solidFill>
                <a:latin typeface="Century Gothic"/>
                <a:ea typeface="Century Gothic"/>
                <a:cs typeface="Century Gothic"/>
                <a:sym typeface="Century Gothic"/>
              </a:defRPr>
            </a:lvl3pPr>
            <a:lvl4pPr marR="0" lvl="3" algn="l" rtl="0">
              <a:spcBef>
                <a:spcPts val="0"/>
              </a:spcBef>
              <a:spcAft>
                <a:spcPts val="0"/>
              </a:spcAft>
              <a:buSzPts val="1400"/>
              <a:buNone/>
              <a:defRPr sz="1800" b="0" i="0" u="none" strike="noStrike" cap="none">
                <a:solidFill>
                  <a:schemeClr val="lt1"/>
                </a:solidFill>
                <a:latin typeface="Century Gothic"/>
                <a:ea typeface="Century Gothic"/>
                <a:cs typeface="Century Gothic"/>
                <a:sym typeface="Century Gothic"/>
              </a:defRPr>
            </a:lvl4pPr>
            <a:lvl5pPr marR="0" lvl="4" algn="l" rtl="0">
              <a:spcBef>
                <a:spcPts val="0"/>
              </a:spcBef>
              <a:spcAft>
                <a:spcPts val="0"/>
              </a:spcAft>
              <a:buSzPts val="1400"/>
              <a:buNone/>
              <a:defRPr sz="1800" b="0" i="0" u="none" strike="noStrike" cap="none">
                <a:solidFill>
                  <a:schemeClr val="lt1"/>
                </a:solidFill>
                <a:latin typeface="Century Gothic"/>
                <a:ea typeface="Century Gothic"/>
                <a:cs typeface="Century Gothic"/>
                <a:sym typeface="Century Gothic"/>
              </a:defRPr>
            </a:lvl5pPr>
            <a:lvl6pPr marR="0" lvl="5" algn="l" rtl="0">
              <a:spcBef>
                <a:spcPts val="0"/>
              </a:spcBef>
              <a:spcAft>
                <a:spcPts val="0"/>
              </a:spcAft>
              <a:buSzPts val="1400"/>
              <a:buNone/>
              <a:defRPr sz="1800" b="0" i="0" u="none" strike="noStrike" cap="none">
                <a:solidFill>
                  <a:schemeClr val="lt1"/>
                </a:solidFill>
                <a:latin typeface="Century Gothic"/>
                <a:ea typeface="Century Gothic"/>
                <a:cs typeface="Century Gothic"/>
                <a:sym typeface="Century Gothic"/>
              </a:defRPr>
            </a:lvl6pPr>
            <a:lvl7pPr marR="0" lvl="6" algn="l" rtl="0">
              <a:spcBef>
                <a:spcPts val="0"/>
              </a:spcBef>
              <a:spcAft>
                <a:spcPts val="0"/>
              </a:spcAft>
              <a:buSzPts val="1400"/>
              <a:buNone/>
              <a:defRPr sz="1800" b="0" i="0" u="none" strike="noStrike" cap="none">
                <a:solidFill>
                  <a:schemeClr val="lt1"/>
                </a:solidFill>
                <a:latin typeface="Century Gothic"/>
                <a:ea typeface="Century Gothic"/>
                <a:cs typeface="Century Gothic"/>
                <a:sym typeface="Century Gothic"/>
              </a:defRPr>
            </a:lvl7pPr>
            <a:lvl8pPr marR="0" lvl="7" algn="l" rtl="0">
              <a:spcBef>
                <a:spcPts val="0"/>
              </a:spcBef>
              <a:spcAft>
                <a:spcPts val="0"/>
              </a:spcAft>
              <a:buSzPts val="1400"/>
              <a:buNone/>
              <a:defRPr sz="1800" b="0" i="0" u="none" strike="noStrike" cap="none">
                <a:solidFill>
                  <a:schemeClr val="lt1"/>
                </a:solidFill>
                <a:latin typeface="Century Gothic"/>
                <a:ea typeface="Century Gothic"/>
                <a:cs typeface="Century Gothic"/>
                <a:sym typeface="Century Gothic"/>
              </a:defRPr>
            </a:lvl8pPr>
            <a:lvl9pPr marR="0" lvl="8" algn="l" rtl="0">
              <a:spcBef>
                <a:spcPts val="0"/>
              </a:spcBef>
              <a:spcAft>
                <a:spcPts val="0"/>
              </a:spcAft>
              <a:buSzPts val="1400"/>
              <a:buNone/>
              <a:defRPr sz="1800" b="0" i="0" u="none" strike="noStrike" cap="none">
                <a:solidFill>
                  <a:schemeClr val="lt1"/>
                </a:solidFill>
                <a:latin typeface="Century Gothic"/>
                <a:ea typeface="Century Gothic"/>
                <a:cs typeface="Century Gothic"/>
                <a:sym typeface="Century Gothic"/>
              </a:defRPr>
            </a:lvl9pPr>
          </a:lstStyle>
          <a:p>
            <a:endParaRPr/>
          </a:p>
        </p:txBody>
      </p:sp>
      <p:sp>
        <p:nvSpPr>
          <p:cNvPr id="16" name="Google Shape;16;p17"/>
          <p:cNvSpPr txBox="1">
            <a:spLocks noGrp="1"/>
          </p:cNvSpPr>
          <p:nvPr>
            <p:ph type="sldNum" idx="12"/>
          </p:nvPr>
        </p:nvSpPr>
        <p:spPr>
          <a:xfrm>
            <a:off x="10352540" y="295729"/>
            <a:ext cx="838199" cy="767687"/>
          </a:xfrm>
          <a:prstGeom prst="rect">
            <a:avLst/>
          </a:prstGeom>
          <a:noFill/>
          <a:ln>
            <a:noFill/>
          </a:ln>
        </p:spPr>
        <p:txBody>
          <a:bodyPr spcFirstLastPara="1" wrap="square" lIns="91425" tIns="45700" rIns="91425" bIns="45700" anchor="b" anchorCtr="0">
            <a:noAutofit/>
          </a:bodyPr>
          <a:lstStyle>
            <a:lvl1pPr marL="0" marR="0" lvl="0" indent="0" algn="ctr" rtl="0">
              <a:spcBef>
                <a:spcPts val="0"/>
              </a:spcBef>
              <a:buNone/>
              <a:defRPr sz="2800" b="0" i="0" u="none" strike="noStrike" cap="none">
                <a:solidFill>
                  <a:schemeClr val="lt1"/>
                </a:solidFill>
                <a:latin typeface="Century Gothic"/>
                <a:ea typeface="Century Gothic"/>
                <a:cs typeface="Century Gothic"/>
                <a:sym typeface="Century Gothic"/>
              </a:defRPr>
            </a:lvl1pPr>
            <a:lvl2pPr marL="0" marR="0" lvl="1" indent="0" algn="ctr" rtl="0">
              <a:spcBef>
                <a:spcPts val="0"/>
              </a:spcBef>
              <a:buNone/>
              <a:defRPr sz="2800" b="0" i="0" u="none" strike="noStrike" cap="none">
                <a:solidFill>
                  <a:schemeClr val="lt1"/>
                </a:solidFill>
                <a:latin typeface="Century Gothic"/>
                <a:ea typeface="Century Gothic"/>
                <a:cs typeface="Century Gothic"/>
                <a:sym typeface="Century Gothic"/>
              </a:defRPr>
            </a:lvl2pPr>
            <a:lvl3pPr marL="0" marR="0" lvl="2" indent="0" algn="ctr" rtl="0">
              <a:spcBef>
                <a:spcPts val="0"/>
              </a:spcBef>
              <a:buNone/>
              <a:defRPr sz="2800" b="0" i="0" u="none" strike="noStrike" cap="none">
                <a:solidFill>
                  <a:schemeClr val="lt1"/>
                </a:solidFill>
                <a:latin typeface="Century Gothic"/>
                <a:ea typeface="Century Gothic"/>
                <a:cs typeface="Century Gothic"/>
                <a:sym typeface="Century Gothic"/>
              </a:defRPr>
            </a:lvl3pPr>
            <a:lvl4pPr marL="0" marR="0" lvl="3" indent="0" algn="ctr" rtl="0">
              <a:spcBef>
                <a:spcPts val="0"/>
              </a:spcBef>
              <a:buNone/>
              <a:defRPr sz="2800" b="0" i="0" u="none" strike="noStrike" cap="none">
                <a:solidFill>
                  <a:schemeClr val="lt1"/>
                </a:solidFill>
                <a:latin typeface="Century Gothic"/>
                <a:ea typeface="Century Gothic"/>
                <a:cs typeface="Century Gothic"/>
                <a:sym typeface="Century Gothic"/>
              </a:defRPr>
            </a:lvl4pPr>
            <a:lvl5pPr marL="0" marR="0" lvl="4" indent="0" algn="ctr" rtl="0">
              <a:spcBef>
                <a:spcPts val="0"/>
              </a:spcBef>
              <a:buNone/>
              <a:defRPr sz="2800" b="0" i="0" u="none" strike="noStrike" cap="none">
                <a:solidFill>
                  <a:schemeClr val="lt1"/>
                </a:solidFill>
                <a:latin typeface="Century Gothic"/>
                <a:ea typeface="Century Gothic"/>
                <a:cs typeface="Century Gothic"/>
                <a:sym typeface="Century Gothic"/>
              </a:defRPr>
            </a:lvl5pPr>
            <a:lvl6pPr marL="0" marR="0" lvl="5" indent="0" algn="ctr" rtl="0">
              <a:spcBef>
                <a:spcPts val="0"/>
              </a:spcBef>
              <a:buNone/>
              <a:defRPr sz="2800" b="0" i="0" u="none" strike="noStrike" cap="none">
                <a:solidFill>
                  <a:schemeClr val="lt1"/>
                </a:solidFill>
                <a:latin typeface="Century Gothic"/>
                <a:ea typeface="Century Gothic"/>
                <a:cs typeface="Century Gothic"/>
                <a:sym typeface="Century Gothic"/>
              </a:defRPr>
            </a:lvl6pPr>
            <a:lvl7pPr marL="0" marR="0" lvl="6" indent="0" algn="ctr" rtl="0">
              <a:spcBef>
                <a:spcPts val="0"/>
              </a:spcBef>
              <a:buNone/>
              <a:defRPr sz="2800" b="0" i="0" u="none" strike="noStrike" cap="none">
                <a:solidFill>
                  <a:schemeClr val="lt1"/>
                </a:solidFill>
                <a:latin typeface="Century Gothic"/>
                <a:ea typeface="Century Gothic"/>
                <a:cs typeface="Century Gothic"/>
                <a:sym typeface="Century Gothic"/>
              </a:defRPr>
            </a:lvl7pPr>
            <a:lvl8pPr marL="0" marR="0" lvl="7" indent="0" algn="ctr" rtl="0">
              <a:spcBef>
                <a:spcPts val="0"/>
              </a:spcBef>
              <a:buNone/>
              <a:defRPr sz="2800" b="0" i="0" u="none" strike="noStrike" cap="none">
                <a:solidFill>
                  <a:schemeClr val="lt1"/>
                </a:solidFill>
                <a:latin typeface="Century Gothic"/>
                <a:ea typeface="Century Gothic"/>
                <a:cs typeface="Century Gothic"/>
                <a:sym typeface="Century Gothic"/>
              </a:defRPr>
            </a:lvl8pPr>
            <a:lvl9pPr marL="0" marR="0" lvl="8" indent="0" algn="ctr" rtl="0">
              <a:spcBef>
                <a:spcPts val="0"/>
              </a:spcBef>
              <a:buNone/>
              <a:defRPr sz="2800" b="0" i="0" u="none" strike="noStrike" cap="none">
                <a:solidFill>
                  <a:schemeClr val="lt1"/>
                </a:solidFill>
                <a:latin typeface="Century Gothic"/>
                <a:ea typeface="Century Gothic"/>
                <a:cs typeface="Century Gothic"/>
                <a:sym typeface="Century Gothic"/>
              </a:defRPr>
            </a:lvl9pPr>
          </a:lstStyle>
          <a:p>
            <a:pPr marL="0" lvl="0" indent="0" algn="ct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 Id="rId9" Type="http://schemas.openxmlformats.org/officeDocument/2006/relationships/image" Target="../media/image18.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hyperlink" Target="https://www.opensourcealternative.to/" TargetMode="External"/><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2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1"/>
          <p:cNvSpPr txBox="1">
            <a:spLocks noGrp="1"/>
          </p:cNvSpPr>
          <p:nvPr>
            <p:ph type="ctrTitle"/>
          </p:nvPr>
        </p:nvSpPr>
        <p:spPr>
          <a:xfrm>
            <a:off x="683491" y="1219199"/>
            <a:ext cx="11201400" cy="803563"/>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Clr>
                <a:schemeClr val="lt2"/>
              </a:buClr>
              <a:buSzPts val="7200"/>
              <a:buFont typeface="Century Gothic"/>
              <a:buNone/>
            </a:pPr>
            <a:r>
              <a:rPr lang="en-US" sz="5400" dirty="0"/>
              <a:t>5 days R programming training</a:t>
            </a:r>
            <a:endParaRPr sz="5400" dirty="0"/>
          </a:p>
        </p:txBody>
      </p:sp>
      <p:sp>
        <p:nvSpPr>
          <p:cNvPr id="3" name="TextBox 2">
            <a:extLst>
              <a:ext uri="{FF2B5EF4-FFF2-40B4-BE49-F238E27FC236}">
                <a16:creationId xmlns:a16="http://schemas.microsoft.com/office/drawing/2014/main" id="{C841E276-4307-4706-842C-B1BAD0237BF5}"/>
              </a:ext>
            </a:extLst>
          </p:cNvPr>
          <p:cNvSpPr txBox="1"/>
          <p:nvPr/>
        </p:nvSpPr>
        <p:spPr>
          <a:xfrm>
            <a:off x="3043980" y="2661025"/>
            <a:ext cx="8063345" cy="1323439"/>
          </a:xfrm>
          <a:prstGeom prst="rect">
            <a:avLst/>
          </a:prstGeom>
          <a:noFill/>
        </p:spPr>
        <p:txBody>
          <a:bodyPr wrap="square" rtlCol="0">
            <a:spAutoFit/>
          </a:bodyPr>
          <a:lstStyle/>
          <a:p>
            <a:r>
              <a:rPr lang="en-US" sz="2000" dirty="0">
                <a:solidFill>
                  <a:schemeClr val="bg1"/>
                </a:solidFill>
              </a:rPr>
              <a:t>Madan Bhandari Academy of Health Science</a:t>
            </a:r>
          </a:p>
          <a:p>
            <a:r>
              <a:rPr lang="en-US" sz="2000" dirty="0">
                <a:solidFill>
                  <a:schemeClr val="bg1"/>
                </a:solidFill>
              </a:rPr>
              <a:t>	      Hetauda-10, Nepal </a:t>
            </a:r>
          </a:p>
          <a:p>
            <a:endParaRPr lang="en-US" sz="2000" dirty="0">
              <a:solidFill>
                <a:schemeClr val="bg1"/>
              </a:solidFill>
            </a:endParaRPr>
          </a:p>
          <a:p>
            <a:r>
              <a:rPr lang="en-US" sz="2000" dirty="0">
                <a:solidFill>
                  <a:schemeClr val="bg1"/>
                </a:solidFill>
              </a:rPr>
              <a:t>               21.01.2082-25.01.2082</a:t>
            </a:r>
          </a:p>
        </p:txBody>
      </p:sp>
      <p:pic>
        <p:nvPicPr>
          <p:cNvPr id="5" name="Picture 4">
            <a:extLst>
              <a:ext uri="{FF2B5EF4-FFF2-40B4-BE49-F238E27FC236}">
                <a16:creationId xmlns:a16="http://schemas.microsoft.com/office/drawing/2014/main" id="{9B981961-83BF-4E8B-BAA6-48802A57ADD0}"/>
              </a:ext>
            </a:extLst>
          </p:cNvPr>
          <p:cNvPicPr>
            <a:picLocks noChangeAspect="1"/>
          </p:cNvPicPr>
          <p:nvPr/>
        </p:nvPicPr>
        <p:blipFill>
          <a:blip r:embed="rId3"/>
          <a:stretch>
            <a:fillRect/>
          </a:stretch>
        </p:blipFill>
        <p:spPr>
          <a:xfrm>
            <a:off x="619174" y="5206190"/>
            <a:ext cx="2962688" cy="1267002"/>
          </a:xfrm>
          <a:prstGeom prst="rect">
            <a:avLst/>
          </a:prstGeom>
        </p:spPr>
      </p:pic>
      <p:pic>
        <p:nvPicPr>
          <p:cNvPr id="6" name="Picture 5">
            <a:extLst>
              <a:ext uri="{FF2B5EF4-FFF2-40B4-BE49-F238E27FC236}">
                <a16:creationId xmlns:a16="http://schemas.microsoft.com/office/drawing/2014/main" id="{8FB2ABB7-4F43-45AF-86C1-A8A5D0127772}"/>
              </a:ext>
            </a:extLst>
          </p:cNvPr>
          <p:cNvPicPr>
            <a:picLocks noChangeAspect="1"/>
          </p:cNvPicPr>
          <p:nvPr/>
        </p:nvPicPr>
        <p:blipFill>
          <a:blip r:embed="rId4"/>
          <a:stretch>
            <a:fillRect/>
          </a:stretch>
        </p:blipFill>
        <p:spPr>
          <a:xfrm>
            <a:off x="8732760" y="4165599"/>
            <a:ext cx="2840066" cy="247384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6" name="Google Shape;166;p2"/>
          <p:cNvSpPr txBox="1"/>
          <p:nvPr/>
        </p:nvSpPr>
        <p:spPr>
          <a:xfrm>
            <a:off x="918196" y="985172"/>
            <a:ext cx="9794627" cy="3016170"/>
          </a:xfrm>
          <a:prstGeom prst="rect">
            <a:avLst/>
          </a:prstGeom>
          <a:noFill/>
          <a:ln>
            <a:noFill/>
          </a:ln>
        </p:spPr>
        <p:txBody>
          <a:bodyPr spcFirstLastPara="1" wrap="square" lIns="121900" tIns="121900" rIns="121900" bIns="121900" anchor="t" anchorCtr="0">
            <a:spAutoFit/>
          </a:bodyPr>
          <a:lstStyle/>
          <a:p>
            <a:pPr marL="0" marR="0" lvl="0" indent="0" algn="ctr" rtl="0">
              <a:spcBef>
                <a:spcPts val="0"/>
              </a:spcBef>
              <a:spcAft>
                <a:spcPts val="0"/>
              </a:spcAft>
              <a:buNone/>
            </a:pPr>
            <a:r>
              <a:rPr lang="en-US" sz="2000" b="0" i="0" u="sng" strike="noStrike" cap="none" dirty="0">
                <a:solidFill>
                  <a:schemeClr val="lt1"/>
                </a:solidFill>
                <a:latin typeface="Century Gothic"/>
                <a:ea typeface="Century Gothic"/>
                <a:cs typeface="Century Gothic"/>
                <a:sym typeface="Century Gothic"/>
              </a:rPr>
              <a:t>ABOUT US :</a:t>
            </a:r>
            <a:endParaRPr sz="2000" b="0" i="0" u="sng" strike="noStrike" cap="none" dirty="0">
              <a:solidFill>
                <a:schemeClr val="lt1"/>
              </a:solidFill>
              <a:latin typeface="Century Gothic"/>
              <a:ea typeface="Century Gothic"/>
              <a:cs typeface="Century Gothic"/>
              <a:sym typeface="Century Gothic"/>
            </a:endParaRPr>
          </a:p>
          <a:p>
            <a:pPr marL="0" marR="0" lvl="0" indent="0" algn="ctr" rtl="0">
              <a:spcBef>
                <a:spcPts val="0"/>
              </a:spcBef>
              <a:spcAft>
                <a:spcPts val="0"/>
              </a:spcAft>
              <a:buNone/>
            </a:pPr>
            <a:endParaRPr sz="2000" b="0" i="0" u="none" strike="noStrike" cap="none" dirty="0">
              <a:solidFill>
                <a:schemeClr val="lt1"/>
              </a:solidFill>
              <a:latin typeface="Century Gothic"/>
              <a:ea typeface="Century Gothic"/>
              <a:cs typeface="Century Gothic"/>
              <a:sym typeface="Century Gothic"/>
            </a:endParaRPr>
          </a:p>
          <a:p>
            <a:pPr marL="0" marR="0" lvl="0" indent="0" algn="ctr" rtl="0">
              <a:spcBef>
                <a:spcPts val="0"/>
              </a:spcBef>
              <a:spcAft>
                <a:spcPts val="0"/>
              </a:spcAft>
              <a:buNone/>
            </a:pPr>
            <a:r>
              <a:rPr lang="en-US" sz="2000" dirty="0">
                <a:solidFill>
                  <a:schemeClr val="lt1"/>
                </a:solidFill>
                <a:latin typeface="Century Gothic"/>
                <a:ea typeface="Century Gothic"/>
                <a:cs typeface="Century Gothic"/>
                <a:sym typeface="Century Gothic"/>
              </a:rPr>
              <a:t>Dr. Sampurna Kakchapati</a:t>
            </a:r>
            <a:endParaRPr sz="2000" b="0" i="0" u="none" strike="noStrike" cap="none" dirty="0">
              <a:solidFill>
                <a:schemeClr val="lt1"/>
              </a:solidFill>
              <a:latin typeface="Century Gothic"/>
              <a:ea typeface="Century Gothic"/>
              <a:cs typeface="Century Gothic"/>
              <a:sym typeface="Century Gothic"/>
            </a:endParaRPr>
          </a:p>
          <a:p>
            <a:pPr marL="0" marR="0" lvl="0" indent="0" algn="ctr" rtl="0">
              <a:spcBef>
                <a:spcPts val="0"/>
              </a:spcBef>
              <a:spcAft>
                <a:spcPts val="0"/>
              </a:spcAft>
              <a:buNone/>
            </a:pPr>
            <a:r>
              <a:rPr lang="en-US" sz="2000" b="0" i="1" u="none" strike="noStrike" cap="none" dirty="0">
                <a:solidFill>
                  <a:schemeClr val="lt1"/>
                </a:solidFill>
                <a:latin typeface="Century Gothic"/>
                <a:ea typeface="Century Gothic"/>
                <a:cs typeface="Century Gothic"/>
                <a:sym typeface="Century Gothic"/>
              </a:rPr>
              <a:t>Research Manager, Herd International</a:t>
            </a:r>
            <a:endParaRPr sz="2000" b="0" i="1" u="none" strike="noStrike" cap="none" dirty="0">
              <a:solidFill>
                <a:schemeClr val="lt1"/>
              </a:solidFill>
              <a:latin typeface="Century Gothic"/>
              <a:ea typeface="Century Gothic"/>
              <a:cs typeface="Century Gothic"/>
              <a:sym typeface="Century Gothic"/>
            </a:endParaRPr>
          </a:p>
          <a:p>
            <a:pPr marL="0" marR="0" lvl="0" indent="0" algn="ctr" rtl="0">
              <a:spcBef>
                <a:spcPts val="0"/>
              </a:spcBef>
              <a:spcAft>
                <a:spcPts val="0"/>
              </a:spcAft>
              <a:buNone/>
            </a:pPr>
            <a:endParaRPr sz="2000" b="0" i="0" u="none" strike="noStrike" cap="none" dirty="0">
              <a:solidFill>
                <a:schemeClr val="lt1"/>
              </a:solidFill>
              <a:latin typeface="Century Gothic"/>
              <a:ea typeface="Century Gothic"/>
              <a:cs typeface="Century Gothic"/>
              <a:sym typeface="Century Gothic"/>
            </a:endParaRPr>
          </a:p>
          <a:p>
            <a:pPr marL="0" marR="0" lvl="0" indent="0" algn="ctr" rtl="0">
              <a:spcBef>
                <a:spcPts val="0"/>
              </a:spcBef>
              <a:spcAft>
                <a:spcPts val="0"/>
              </a:spcAft>
              <a:buNone/>
            </a:pPr>
            <a:r>
              <a:rPr lang="en-US" sz="2000" b="0" i="0" u="none" strike="noStrike" cap="none" dirty="0" err="1">
                <a:solidFill>
                  <a:schemeClr val="lt1"/>
                </a:solidFill>
                <a:latin typeface="Century Gothic"/>
                <a:ea typeface="Century Gothic"/>
                <a:cs typeface="Century Gothic"/>
                <a:sym typeface="Century Gothic"/>
              </a:rPr>
              <a:t>Er</a:t>
            </a:r>
            <a:r>
              <a:rPr lang="en-US" sz="2000" b="0" i="0" u="none" strike="noStrike" cap="none" dirty="0">
                <a:solidFill>
                  <a:schemeClr val="lt1"/>
                </a:solidFill>
                <a:latin typeface="Century Gothic"/>
                <a:ea typeface="Century Gothic"/>
                <a:cs typeface="Century Gothic"/>
                <a:sym typeface="Century Gothic"/>
              </a:rPr>
              <a:t>. Shirish Maharjan </a:t>
            </a:r>
            <a:endParaRPr sz="2000" b="0" i="0" u="none" strike="noStrike" cap="none" dirty="0">
              <a:solidFill>
                <a:schemeClr val="lt1"/>
              </a:solidFill>
              <a:latin typeface="Century Gothic"/>
              <a:ea typeface="Century Gothic"/>
              <a:cs typeface="Century Gothic"/>
              <a:sym typeface="Century Gothic"/>
            </a:endParaRPr>
          </a:p>
          <a:p>
            <a:pPr marL="0" marR="0" lvl="0" indent="0" algn="ctr" rtl="0">
              <a:spcBef>
                <a:spcPts val="0"/>
              </a:spcBef>
              <a:spcAft>
                <a:spcPts val="0"/>
              </a:spcAft>
              <a:buNone/>
            </a:pPr>
            <a:r>
              <a:rPr lang="en-US" sz="2000" i="1" dirty="0">
                <a:solidFill>
                  <a:schemeClr val="lt1"/>
                </a:solidFill>
                <a:latin typeface="Century Gothic"/>
                <a:ea typeface="Century Gothic"/>
                <a:cs typeface="Century Gothic"/>
                <a:sym typeface="Century Gothic"/>
              </a:rPr>
              <a:t>Senior Data Officer (Data Analysis and Visualization)</a:t>
            </a:r>
            <a:r>
              <a:rPr lang="en-US" sz="2000" b="0" i="1" u="none" strike="noStrike" cap="none" dirty="0">
                <a:solidFill>
                  <a:schemeClr val="lt1"/>
                </a:solidFill>
                <a:latin typeface="Century Gothic"/>
                <a:ea typeface="Century Gothic"/>
                <a:cs typeface="Century Gothic"/>
                <a:sym typeface="Century Gothic"/>
              </a:rPr>
              <a:t>, Herd International</a:t>
            </a:r>
          </a:p>
          <a:p>
            <a:pPr marL="0" marR="0" lvl="0" indent="0" algn="ctr" rtl="0">
              <a:spcBef>
                <a:spcPts val="0"/>
              </a:spcBef>
              <a:spcAft>
                <a:spcPts val="0"/>
              </a:spcAft>
              <a:buNone/>
            </a:pPr>
            <a:endParaRPr lang="en-US" sz="2000" i="1" dirty="0">
              <a:solidFill>
                <a:schemeClr val="lt1"/>
              </a:solidFill>
              <a:latin typeface="Century Gothic"/>
              <a:ea typeface="Century Gothic"/>
              <a:cs typeface="Century Gothic"/>
              <a:sym typeface="Century Gothic"/>
            </a:endParaRPr>
          </a:p>
          <a:p>
            <a:pPr marL="0" marR="0" lvl="0" indent="0" algn="ctr" rtl="0">
              <a:spcBef>
                <a:spcPts val="0"/>
              </a:spcBef>
              <a:spcAft>
                <a:spcPts val="0"/>
              </a:spcAft>
              <a:buNone/>
            </a:pPr>
            <a:endParaRPr sz="2000" b="0" i="0" u="none" strike="noStrike" cap="none" dirty="0">
              <a:solidFill>
                <a:schemeClr val="lt1"/>
              </a:solidFill>
              <a:latin typeface="Century Gothic"/>
              <a:ea typeface="Century Gothic"/>
              <a:cs typeface="Century Gothic"/>
              <a:sym typeface="Century Gothic"/>
            </a:endParaRPr>
          </a:p>
        </p:txBody>
      </p:sp>
      <p:pic>
        <p:nvPicPr>
          <p:cNvPr id="5" name="Picture 4">
            <a:extLst>
              <a:ext uri="{FF2B5EF4-FFF2-40B4-BE49-F238E27FC236}">
                <a16:creationId xmlns:a16="http://schemas.microsoft.com/office/drawing/2014/main" id="{A800CB6B-861C-4517-A196-00183D75554A}"/>
              </a:ext>
            </a:extLst>
          </p:cNvPr>
          <p:cNvPicPr>
            <a:picLocks noChangeAspect="1"/>
          </p:cNvPicPr>
          <p:nvPr/>
        </p:nvPicPr>
        <p:blipFill>
          <a:blip r:embed="rId3"/>
          <a:stretch>
            <a:fillRect/>
          </a:stretch>
        </p:blipFill>
        <p:spPr>
          <a:xfrm>
            <a:off x="4974927" y="3657600"/>
            <a:ext cx="1681163" cy="1433514"/>
          </a:xfrm>
          <a:prstGeom prst="rect">
            <a:avLst/>
          </a:prstGeom>
        </p:spPr>
      </p:pic>
      <p:sp>
        <p:nvSpPr>
          <p:cNvPr id="6" name="TextBox 5">
            <a:extLst>
              <a:ext uri="{FF2B5EF4-FFF2-40B4-BE49-F238E27FC236}">
                <a16:creationId xmlns:a16="http://schemas.microsoft.com/office/drawing/2014/main" id="{E2312B56-6408-466B-B626-C938123580FD}"/>
              </a:ext>
            </a:extLst>
          </p:cNvPr>
          <p:cNvSpPr txBox="1"/>
          <p:nvPr/>
        </p:nvSpPr>
        <p:spPr>
          <a:xfrm>
            <a:off x="4974927" y="5091114"/>
            <a:ext cx="2321859" cy="307777"/>
          </a:xfrm>
          <a:prstGeom prst="rect">
            <a:avLst/>
          </a:prstGeom>
          <a:noFill/>
        </p:spPr>
        <p:txBody>
          <a:bodyPr wrap="square" rtlCol="0">
            <a:spAutoFit/>
          </a:bodyPr>
          <a:lstStyle/>
          <a:p>
            <a:r>
              <a:rPr lang="en-US" dirty="0">
                <a:solidFill>
                  <a:schemeClr val="bg1"/>
                </a:solidFill>
              </a:rPr>
              <a:t>https://herdint.com/</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8967A43-B182-469C-ABD8-88BC1B3D0472}"/>
              </a:ext>
            </a:extLst>
          </p:cNvPr>
          <p:cNvPicPr>
            <a:picLocks noChangeAspect="1"/>
          </p:cNvPicPr>
          <p:nvPr/>
        </p:nvPicPr>
        <p:blipFill>
          <a:blip r:embed="rId2"/>
          <a:stretch>
            <a:fillRect/>
          </a:stretch>
        </p:blipFill>
        <p:spPr>
          <a:xfrm>
            <a:off x="2259988" y="1152207"/>
            <a:ext cx="7421011" cy="4553585"/>
          </a:xfrm>
          <a:prstGeom prst="rect">
            <a:avLst/>
          </a:prstGeom>
        </p:spPr>
      </p:pic>
    </p:spTree>
    <p:extLst>
      <p:ext uri="{BB962C8B-B14F-4D97-AF65-F5344CB8AC3E}">
        <p14:creationId xmlns:p14="http://schemas.microsoft.com/office/powerpoint/2010/main" val="11376362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7EA5297-033E-4894-AEA2-36DFF8B131F1}"/>
              </a:ext>
            </a:extLst>
          </p:cNvPr>
          <p:cNvSpPr/>
          <p:nvPr/>
        </p:nvSpPr>
        <p:spPr>
          <a:xfrm>
            <a:off x="2726209" y="2379811"/>
            <a:ext cx="6442789" cy="769441"/>
          </a:xfrm>
          <a:prstGeom prst="rect">
            <a:avLst/>
          </a:prstGeom>
        </p:spPr>
        <p:txBody>
          <a:bodyPr wrap="none">
            <a:spAutoFit/>
          </a:bodyPr>
          <a:lstStyle/>
          <a:p>
            <a:pPr lvl="0"/>
            <a:r>
              <a:rPr lang="pl-PL" sz="4400" dirty="0">
                <a:solidFill>
                  <a:schemeClr val="lt1"/>
                </a:solidFill>
                <a:ea typeface="Century Gothic"/>
                <a:cs typeface="Century Gothic"/>
                <a:sym typeface="Century Gothic"/>
              </a:rPr>
              <a:t>Go to </a:t>
            </a:r>
            <a:r>
              <a:rPr lang="pl-PL" sz="4400" dirty="0">
                <a:solidFill>
                  <a:schemeClr val="accent3"/>
                </a:solidFill>
                <a:ea typeface="Century Gothic"/>
                <a:cs typeface="Century Gothic"/>
                <a:sym typeface="Century Gothic"/>
              </a:rPr>
              <a:t>www.menti.com</a:t>
            </a:r>
          </a:p>
        </p:txBody>
      </p:sp>
      <p:sp>
        <p:nvSpPr>
          <p:cNvPr id="5" name="Google Shape;190;p5">
            <a:extLst>
              <a:ext uri="{FF2B5EF4-FFF2-40B4-BE49-F238E27FC236}">
                <a16:creationId xmlns:a16="http://schemas.microsoft.com/office/drawing/2014/main" id="{ED2C375B-4355-4FC2-BFD7-954CCC96AD87}"/>
              </a:ext>
            </a:extLst>
          </p:cNvPr>
          <p:cNvSpPr txBox="1"/>
          <p:nvPr/>
        </p:nvSpPr>
        <p:spPr>
          <a:xfrm>
            <a:off x="3360550" y="3579805"/>
            <a:ext cx="7241400" cy="815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4100" dirty="0">
                <a:solidFill>
                  <a:schemeClr val="lt1"/>
                </a:solidFill>
                <a:latin typeface="Century Gothic"/>
                <a:ea typeface="Century Gothic"/>
                <a:cs typeface="Century Gothic"/>
                <a:sym typeface="Century Gothic"/>
              </a:rPr>
              <a:t>CODE : </a:t>
            </a:r>
            <a:r>
              <a:rPr lang="en-US" sz="4100" dirty="0">
                <a:solidFill>
                  <a:schemeClr val="accent3"/>
                </a:solidFill>
                <a:latin typeface="Century Gothic"/>
                <a:ea typeface="Century Gothic"/>
                <a:cs typeface="Century Gothic"/>
                <a:sym typeface="Century Gothic"/>
              </a:rPr>
              <a:t>48279110</a:t>
            </a:r>
            <a:endParaRPr sz="4100" dirty="0">
              <a:solidFill>
                <a:schemeClr val="accent3"/>
              </a:solidFill>
              <a:latin typeface="Century Gothic"/>
              <a:ea typeface="Century Gothic"/>
              <a:cs typeface="Century Gothic"/>
              <a:sym typeface="Century Gothic"/>
            </a:endParaRPr>
          </a:p>
        </p:txBody>
      </p:sp>
      <p:sp>
        <p:nvSpPr>
          <p:cNvPr id="6" name="TextBox 5">
            <a:extLst>
              <a:ext uri="{FF2B5EF4-FFF2-40B4-BE49-F238E27FC236}">
                <a16:creationId xmlns:a16="http://schemas.microsoft.com/office/drawing/2014/main" id="{82D73CCC-9A81-4464-9CFB-25E8B3A0A354}"/>
              </a:ext>
            </a:extLst>
          </p:cNvPr>
          <p:cNvSpPr txBox="1"/>
          <p:nvPr/>
        </p:nvSpPr>
        <p:spPr>
          <a:xfrm>
            <a:off x="3020291" y="122435"/>
            <a:ext cx="7115695" cy="584775"/>
          </a:xfrm>
          <a:prstGeom prst="rect">
            <a:avLst/>
          </a:prstGeom>
          <a:noFill/>
        </p:spPr>
        <p:txBody>
          <a:bodyPr wrap="square" rtlCol="0">
            <a:spAutoFit/>
          </a:bodyPr>
          <a:lstStyle/>
          <a:p>
            <a:r>
              <a:rPr lang="en-US" sz="3200" dirty="0">
                <a:solidFill>
                  <a:schemeClr val="bg1"/>
                </a:solidFill>
              </a:rPr>
              <a:t>3 days training expectations </a:t>
            </a:r>
          </a:p>
        </p:txBody>
      </p:sp>
    </p:spTree>
    <p:extLst>
      <p:ext uri="{BB962C8B-B14F-4D97-AF65-F5344CB8AC3E}">
        <p14:creationId xmlns:p14="http://schemas.microsoft.com/office/powerpoint/2010/main" val="42888048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pic>
        <p:nvPicPr>
          <p:cNvPr id="152" name="Google Shape;152;g14641f477ba_1_6"/>
          <p:cNvPicPr preferRelativeResize="0"/>
          <p:nvPr/>
        </p:nvPicPr>
        <p:blipFill>
          <a:blip r:embed="rId3">
            <a:alphaModFix/>
          </a:blip>
          <a:stretch>
            <a:fillRect/>
          </a:stretch>
        </p:blipFill>
        <p:spPr>
          <a:xfrm>
            <a:off x="0" y="1988125"/>
            <a:ext cx="5508875" cy="4682550"/>
          </a:xfrm>
          <a:prstGeom prst="rect">
            <a:avLst/>
          </a:prstGeom>
          <a:noFill/>
          <a:ln>
            <a:noFill/>
          </a:ln>
        </p:spPr>
      </p:pic>
      <p:pic>
        <p:nvPicPr>
          <p:cNvPr id="153" name="Google Shape;153;g14641f477ba_1_6"/>
          <p:cNvPicPr preferRelativeResize="0"/>
          <p:nvPr/>
        </p:nvPicPr>
        <p:blipFill>
          <a:blip r:embed="rId4">
            <a:alphaModFix/>
          </a:blip>
          <a:stretch>
            <a:fillRect/>
          </a:stretch>
        </p:blipFill>
        <p:spPr>
          <a:xfrm>
            <a:off x="5661275" y="2110325"/>
            <a:ext cx="6378325" cy="4560348"/>
          </a:xfrm>
          <a:prstGeom prst="rect">
            <a:avLst/>
          </a:prstGeom>
          <a:noFill/>
          <a:ln>
            <a:noFill/>
          </a:ln>
        </p:spPr>
      </p:pic>
      <p:sp>
        <p:nvSpPr>
          <p:cNvPr id="2" name="TextBox 1">
            <a:extLst>
              <a:ext uri="{FF2B5EF4-FFF2-40B4-BE49-F238E27FC236}">
                <a16:creationId xmlns:a16="http://schemas.microsoft.com/office/drawing/2014/main" id="{DBFD842E-2B58-468C-84E9-479525F981AA}"/>
              </a:ext>
            </a:extLst>
          </p:cNvPr>
          <p:cNvSpPr txBox="1"/>
          <p:nvPr/>
        </p:nvSpPr>
        <p:spPr>
          <a:xfrm>
            <a:off x="277091" y="683491"/>
            <a:ext cx="10058400" cy="646331"/>
          </a:xfrm>
          <a:prstGeom prst="rect">
            <a:avLst/>
          </a:prstGeom>
          <a:noFill/>
        </p:spPr>
        <p:txBody>
          <a:bodyPr wrap="square" rtlCol="0">
            <a:spAutoFit/>
          </a:bodyPr>
          <a:lstStyle/>
          <a:p>
            <a:r>
              <a:rPr lang="en-US" sz="3600" dirty="0">
                <a:solidFill>
                  <a:schemeClr val="bg1"/>
                </a:solidFill>
              </a:rPr>
              <a:t>Learning curve of R programming.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53"/>
                                        </p:tgtEl>
                                        <p:attrNameLst>
                                          <p:attrName>style.visibility</p:attrName>
                                        </p:attrNameLst>
                                      </p:cBhvr>
                                      <p:to>
                                        <p:strVal val="visible"/>
                                      </p:to>
                                    </p:set>
                                    <p:animEffect transition="in" filter="fade">
                                      <p:cBhvr>
                                        <p:cTn id="7" dur="1000"/>
                                        <p:tgtEl>
                                          <p:spTgt spid="1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3"/>
          <p:cNvSpPr txBox="1"/>
          <p:nvPr/>
        </p:nvSpPr>
        <p:spPr>
          <a:xfrm>
            <a:off x="381000" y="1143000"/>
            <a:ext cx="11703300" cy="535527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dirty="0">
                <a:solidFill>
                  <a:schemeClr val="lt1"/>
                </a:solidFill>
                <a:latin typeface="Century Gothic"/>
                <a:ea typeface="Century Gothic"/>
                <a:cs typeface="Century Gothic"/>
                <a:sym typeface="Century Gothic"/>
              </a:rPr>
              <a:t>Objectives of this training </a:t>
            </a:r>
            <a:endParaRPr dirty="0"/>
          </a:p>
          <a:p>
            <a:pPr marL="0" marR="0" lvl="0" indent="0" algn="l" rtl="0">
              <a:spcBef>
                <a:spcPts val="0"/>
              </a:spcBef>
              <a:spcAft>
                <a:spcPts val="0"/>
              </a:spcAft>
              <a:buNone/>
            </a:pPr>
            <a:endParaRPr sz="1800" dirty="0">
              <a:solidFill>
                <a:schemeClr val="lt1"/>
              </a:solidFill>
              <a:latin typeface="Century Gothic"/>
              <a:ea typeface="Century Gothic"/>
              <a:cs typeface="Century Gothic"/>
              <a:sym typeface="Century Gothic"/>
            </a:endParaRPr>
          </a:p>
          <a:p>
            <a:pPr marL="0" marR="0" lvl="0" indent="0" algn="l" rtl="0">
              <a:spcBef>
                <a:spcPts val="0"/>
              </a:spcBef>
              <a:spcAft>
                <a:spcPts val="0"/>
              </a:spcAft>
              <a:buNone/>
            </a:pPr>
            <a:r>
              <a:rPr lang="en-US" sz="1800" dirty="0">
                <a:solidFill>
                  <a:schemeClr val="lt1"/>
                </a:solidFill>
                <a:latin typeface="Century Gothic"/>
                <a:ea typeface="Century Gothic"/>
                <a:cs typeface="Century Gothic"/>
                <a:sym typeface="Century Gothic"/>
              </a:rPr>
              <a:t>To  introduce the basic concepts of R Programming for data management, modeling, handling, analysis, visualization and presentation.</a:t>
            </a:r>
            <a:endParaRPr sz="1800" dirty="0">
              <a:solidFill>
                <a:schemeClr val="lt1"/>
              </a:solidFill>
              <a:latin typeface="Century Gothic"/>
              <a:ea typeface="Century Gothic"/>
              <a:cs typeface="Century Gothic"/>
              <a:sym typeface="Century Gothic"/>
            </a:endParaRPr>
          </a:p>
          <a:p>
            <a:pPr marL="0" marR="0" lvl="0" indent="0" algn="l" rtl="0">
              <a:spcBef>
                <a:spcPts val="0"/>
              </a:spcBef>
              <a:spcAft>
                <a:spcPts val="0"/>
              </a:spcAft>
              <a:buNone/>
            </a:pPr>
            <a:endParaRPr sz="1800" dirty="0">
              <a:solidFill>
                <a:schemeClr val="lt1"/>
              </a:solidFill>
              <a:latin typeface="Century Gothic"/>
              <a:ea typeface="Century Gothic"/>
              <a:cs typeface="Century Gothic"/>
              <a:sym typeface="Century Gothic"/>
            </a:endParaRPr>
          </a:p>
          <a:p>
            <a:pPr marL="0" marR="0" lvl="0" indent="0" algn="l" rtl="0">
              <a:spcBef>
                <a:spcPts val="0"/>
              </a:spcBef>
              <a:spcAft>
                <a:spcPts val="0"/>
              </a:spcAft>
              <a:buNone/>
            </a:pPr>
            <a:r>
              <a:rPr lang="en-US" sz="1800" b="1" dirty="0">
                <a:solidFill>
                  <a:schemeClr val="lt1"/>
                </a:solidFill>
                <a:latin typeface="Century Gothic"/>
                <a:ea typeface="Century Gothic"/>
                <a:cs typeface="Century Gothic"/>
                <a:sym typeface="Century Gothic"/>
              </a:rPr>
              <a:t>Course Expected Learning Outcomes</a:t>
            </a:r>
            <a:r>
              <a:rPr lang="en-US" sz="1800" dirty="0">
                <a:solidFill>
                  <a:schemeClr val="lt1"/>
                </a:solidFill>
                <a:latin typeface="Century Gothic"/>
                <a:ea typeface="Century Gothic"/>
                <a:cs typeface="Century Gothic"/>
                <a:sym typeface="Century Gothic"/>
              </a:rPr>
              <a:t>: </a:t>
            </a:r>
            <a:endParaRPr dirty="0"/>
          </a:p>
          <a:p>
            <a:pPr marL="0" marR="0" lvl="0" indent="0" algn="l" rtl="0">
              <a:spcBef>
                <a:spcPts val="0"/>
              </a:spcBef>
              <a:spcAft>
                <a:spcPts val="0"/>
              </a:spcAft>
              <a:buNone/>
            </a:pPr>
            <a:endParaRPr sz="1800" dirty="0">
              <a:solidFill>
                <a:schemeClr val="lt1"/>
              </a:solidFill>
              <a:latin typeface="Century Gothic"/>
              <a:ea typeface="Century Gothic"/>
              <a:cs typeface="Century Gothic"/>
              <a:sym typeface="Century Gothic"/>
            </a:endParaRPr>
          </a:p>
          <a:p>
            <a:pPr marL="0" marR="0" lvl="0" indent="0" algn="l" rtl="0">
              <a:spcBef>
                <a:spcPts val="0"/>
              </a:spcBef>
              <a:spcAft>
                <a:spcPts val="0"/>
              </a:spcAft>
              <a:buNone/>
            </a:pPr>
            <a:r>
              <a:rPr lang="en-US" sz="1800" dirty="0">
                <a:solidFill>
                  <a:schemeClr val="lt1"/>
                </a:solidFill>
                <a:latin typeface="Century Gothic"/>
                <a:ea typeface="Century Gothic"/>
                <a:cs typeface="Century Gothic"/>
                <a:sym typeface="Century Gothic"/>
              </a:rPr>
              <a:t>The participant will learn data types, data imports/export, basic graphs, basic statistics, regression, time series data visualization techniques.</a:t>
            </a:r>
          </a:p>
          <a:p>
            <a:pPr marL="0" marR="0" lvl="0" indent="0" algn="l" rtl="0">
              <a:spcBef>
                <a:spcPts val="0"/>
              </a:spcBef>
              <a:spcAft>
                <a:spcPts val="0"/>
              </a:spcAft>
              <a:buNone/>
            </a:pPr>
            <a:endParaRPr sz="1800" dirty="0">
              <a:solidFill>
                <a:schemeClr val="lt1"/>
              </a:solidFill>
              <a:latin typeface="Century Gothic"/>
              <a:ea typeface="Century Gothic"/>
              <a:cs typeface="Century Gothic"/>
              <a:sym typeface="Century Gothic"/>
            </a:endParaRPr>
          </a:p>
          <a:p>
            <a:pPr marL="0" marR="0" lvl="0" indent="0" algn="l" rtl="0">
              <a:spcBef>
                <a:spcPts val="0"/>
              </a:spcBef>
              <a:spcAft>
                <a:spcPts val="0"/>
              </a:spcAft>
              <a:buNone/>
            </a:pPr>
            <a:r>
              <a:rPr lang="en-US" sz="1800" dirty="0">
                <a:solidFill>
                  <a:schemeClr val="lt1"/>
                </a:solidFill>
                <a:latin typeface="Century Gothic"/>
                <a:ea typeface="Century Gothic"/>
                <a:cs typeface="Century Gothic"/>
                <a:sym typeface="Century Gothic"/>
              </a:rPr>
              <a:t>They will know how to access, clean, annotate, summarize, visualize, and model datasets and prepare results in publication quality, tables, graphs, word and pdf type document. </a:t>
            </a:r>
          </a:p>
          <a:p>
            <a:pPr marL="0" marR="0" lvl="0" indent="0" algn="l" rtl="0">
              <a:spcBef>
                <a:spcPts val="0"/>
              </a:spcBef>
              <a:spcAft>
                <a:spcPts val="0"/>
              </a:spcAft>
              <a:buNone/>
            </a:pPr>
            <a:endParaRPr lang="en-US" sz="1800" dirty="0">
              <a:solidFill>
                <a:schemeClr val="lt1"/>
              </a:solidFill>
              <a:latin typeface="Century Gothic"/>
              <a:ea typeface="Century Gothic"/>
              <a:cs typeface="Century Gothic"/>
              <a:sym typeface="Century Gothic"/>
            </a:endParaRPr>
          </a:p>
          <a:p>
            <a:pPr marL="0" marR="0" lvl="0" indent="0" algn="l" rtl="0">
              <a:spcBef>
                <a:spcPts val="0"/>
              </a:spcBef>
              <a:spcAft>
                <a:spcPts val="0"/>
              </a:spcAft>
              <a:buNone/>
            </a:pPr>
            <a:r>
              <a:rPr lang="en-US" sz="1800" dirty="0">
                <a:solidFill>
                  <a:schemeClr val="lt1"/>
                </a:solidFill>
                <a:latin typeface="Century Gothic"/>
                <a:ea typeface="Century Gothic"/>
                <a:cs typeface="Century Gothic"/>
                <a:sym typeface="Century Gothic"/>
              </a:rPr>
              <a:t>They will learn how to handle real world data and R packages used in forest analysis such as </a:t>
            </a:r>
            <a:r>
              <a:rPr lang="en-US" sz="1800" dirty="0" err="1">
                <a:solidFill>
                  <a:schemeClr val="lt1"/>
                </a:solidFill>
                <a:latin typeface="Century Gothic"/>
                <a:ea typeface="Century Gothic"/>
                <a:cs typeface="Century Gothic"/>
                <a:sym typeface="Century Gothic"/>
              </a:rPr>
              <a:t>ForestTools</a:t>
            </a:r>
            <a:r>
              <a:rPr lang="en-US" sz="1800" dirty="0">
                <a:solidFill>
                  <a:schemeClr val="lt1"/>
                </a:solidFill>
                <a:latin typeface="Century Gothic"/>
                <a:ea typeface="Century Gothic"/>
                <a:cs typeface="Century Gothic"/>
                <a:sym typeface="Century Gothic"/>
              </a:rPr>
              <a:t>, vegan, </a:t>
            </a:r>
            <a:r>
              <a:rPr lang="en-US" sz="1800" dirty="0" err="1">
                <a:solidFill>
                  <a:schemeClr val="lt1"/>
                </a:solidFill>
                <a:latin typeface="Century Gothic"/>
                <a:ea typeface="Century Gothic"/>
                <a:cs typeface="Century Gothic"/>
                <a:sym typeface="Century Gothic"/>
              </a:rPr>
              <a:t>lidR</a:t>
            </a:r>
            <a:r>
              <a:rPr lang="en-US" sz="1800" dirty="0">
                <a:solidFill>
                  <a:schemeClr val="lt1"/>
                </a:solidFill>
                <a:latin typeface="Century Gothic"/>
                <a:ea typeface="Century Gothic"/>
                <a:cs typeface="Century Gothic"/>
                <a:sym typeface="Century Gothic"/>
              </a:rPr>
              <a:t> and more. </a:t>
            </a:r>
          </a:p>
          <a:p>
            <a:pPr marL="0" marR="0" lvl="0" indent="0" algn="l" rtl="0">
              <a:spcBef>
                <a:spcPts val="0"/>
              </a:spcBef>
              <a:spcAft>
                <a:spcPts val="0"/>
              </a:spcAft>
              <a:buNone/>
            </a:pPr>
            <a:endParaRPr lang="en-US" sz="1800" dirty="0">
              <a:solidFill>
                <a:schemeClr val="lt1"/>
              </a:solidFill>
              <a:latin typeface="Century Gothic"/>
              <a:ea typeface="Century Gothic"/>
              <a:cs typeface="Century Gothic"/>
              <a:sym typeface="Century Gothic"/>
            </a:endParaRPr>
          </a:p>
          <a:p>
            <a:pPr marL="0" marR="0" lvl="0" indent="0" algn="l" rtl="0">
              <a:spcBef>
                <a:spcPts val="0"/>
              </a:spcBef>
              <a:spcAft>
                <a:spcPts val="0"/>
              </a:spcAft>
              <a:buNone/>
            </a:pPr>
            <a:r>
              <a:rPr lang="en-US" sz="1800" dirty="0">
                <a:solidFill>
                  <a:schemeClr val="lt1"/>
                </a:solidFill>
                <a:latin typeface="Century Gothic"/>
                <a:ea typeface="Century Gothic"/>
                <a:cs typeface="Century Gothic"/>
                <a:sym typeface="Century Gothic"/>
              </a:rPr>
              <a:t>Participants will know where to find resources to continue learning, and are able to evaluate the potential use and limitations of R for their own projects </a:t>
            </a:r>
            <a:endParaRPr dirty="0"/>
          </a:p>
          <a:p>
            <a:pPr marL="0" marR="0" lvl="0" indent="0" algn="l" rtl="0">
              <a:spcBef>
                <a:spcPts val="0"/>
              </a:spcBef>
              <a:spcAft>
                <a:spcPts val="0"/>
              </a:spcAft>
              <a:buNone/>
            </a:pPr>
            <a:endParaRPr sz="1800" dirty="0">
              <a:solidFill>
                <a:schemeClr val="lt1"/>
              </a:solidFill>
              <a:latin typeface="Century Gothic"/>
              <a:ea typeface="Century Gothic"/>
              <a:cs typeface="Century Gothic"/>
              <a:sym typeface="Century Gothic"/>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7E39A0-A581-4C66-B203-3A3B58159EC4}"/>
              </a:ext>
            </a:extLst>
          </p:cNvPr>
          <p:cNvSpPr>
            <a:spLocks noGrp="1"/>
          </p:cNvSpPr>
          <p:nvPr>
            <p:ph type="title"/>
          </p:nvPr>
        </p:nvSpPr>
        <p:spPr/>
        <p:txBody>
          <a:bodyPr/>
          <a:lstStyle/>
          <a:p>
            <a:r>
              <a:rPr lang="en-US" dirty="0"/>
              <a:t>Tentative training objectives </a:t>
            </a:r>
          </a:p>
        </p:txBody>
      </p:sp>
      <p:sp>
        <p:nvSpPr>
          <p:cNvPr id="3" name="Text Placeholder 2">
            <a:extLst>
              <a:ext uri="{FF2B5EF4-FFF2-40B4-BE49-F238E27FC236}">
                <a16:creationId xmlns:a16="http://schemas.microsoft.com/office/drawing/2014/main" id="{327D3F7B-F28F-4980-AD8C-9E440304064D}"/>
              </a:ext>
            </a:extLst>
          </p:cNvPr>
          <p:cNvSpPr>
            <a:spLocks noGrp="1"/>
          </p:cNvSpPr>
          <p:nvPr>
            <p:ph type="body" idx="1"/>
          </p:nvPr>
        </p:nvSpPr>
        <p:spPr>
          <a:xfrm>
            <a:off x="763572" y="1140643"/>
            <a:ext cx="11199042" cy="5571241"/>
          </a:xfrm>
        </p:spPr>
        <p:txBody>
          <a:bodyPr/>
          <a:lstStyle/>
          <a:p>
            <a:r>
              <a:rPr lang="en-US" dirty="0"/>
              <a:t>Accessing the data (getting the data into the application from multiple sources like csv, excel, raster etc.)</a:t>
            </a:r>
          </a:p>
          <a:p>
            <a:r>
              <a:rPr lang="en-US" dirty="0"/>
              <a:t>Cleaning the data (coding missing data, fixing or deleting miscoded data, transforming variables into more useful formats using </a:t>
            </a:r>
            <a:r>
              <a:rPr lang="en-US" dirty="0" err="1"/>
              <a:t>tidyverser</a:t>
            </a:r>
            <a:r>
              <a:rPr lang="en-US" dirty="0"/>
              <a:t>, </a:t>
            </a:r>
            <a:r>
              <a:rPr lang="en-US" dirty="0" err="1"/>
              <a:t>dplyr</a:t>
            </a:r>
            <a:r>
              <a:rPr lang="en-US" dirty="0"/>
              <a:t>)</a:t>
            </a:r>
          </a:p>
          <a:p>
            <a:r>
              <a:rPr lang="en-US" dirty="0"/>
              <a:t>Annotating the data (in order to remember what each piece represents using reshape)</a:t>
            </a:r>
          </a:p>
          <a:p>
            <a:r>
              <a:rPr lang="en-US" dirty="0"/>
              <a:t>Summarizing the data (getting descriptive statistics to help characterize the data using summary function.)</a:t>
            </a:r>
          </a:p>
          <a:p>
            <a:r>
              <a:rPr lang="en-US" dirty="0"/>
              <a:t>Visualizing the data (because a picture really is worth a thousand words using ggplot2)</a:t>
            </a:r>
          </a:p>
          <a:p>
            <a:r>
              <a:rPr lang="en-US" dirty="0"/>
              <a:t>Modeling the data (uncovering relationships and testing hypotheses, parametric and nonparametric)</a:t>
            </a:r>
          </a:p>
          <a:p>
            <a:r>
              <a:rPr lang="en-US" dirty="0"/>
              <a:t>Preparing the results (creating publication-quality tables and graphs using </a:t>
            </a:r>
            <a:r>
              <a:rPr lang="en-US" dirty="0" err="1"/>
              <a:t>ggsave</a:t>
            </a:r>
            <a:r>
              <a:rPr lang="en-US" dirty="0"/>
              <a:t>, R markdown knit option)</a:t>
            </a:r>
          </a:p>
        </p:txBody>
      </p:sp>
    </p:spTree>
    <p:extLst>
      <p:ext uri="{BB962C8B-B14F-4D97-AF65-F5344CB8AC3E}">
        <p14:creationId xmlns:p14="http://schemas.microsoft.com/office/powerpoint/2010/main" val="19403097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6"/>
          <p:cNvSpPr txBox="1">
            <a:spLocks noGrp="1"/>
          </p:cNvSpPr>
          <p:nvPr>
            <p:ph type="ctrTitle"/>
          </p:nvPr>
        </p:nvSpPr>
        <p:spPr>
          <a:xfrm>
            <a:off x="152400" y="-304800"/>
            <a:ext cx="10416000" cy="14319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Clr>
                <a:schemeClr val="lt2"/>
              </a:buClr>
              <a:buSzPts val="4400"/>
              <a:buFont typeface="Century Gothic"/>
              <a:buNone/>
            </a:pPr>
            <a:r>
              <a:rPr lang="en-US" sz="4400"/>
              <a:t>Introduction to Open source Software</a:t>
            </a:r>
            <a:endParaRPr/>
          </a:p>
        </p:txBody>
      </p:sp>
      <p:pic>
        <p:nvPicPr>
          <p:cNvPr id="204" name="Google Shape;204;p6"/>
          <p:cNvPicPr preferRelativeResize="0"/>
          <p:nvPr/>
        </p:nvPicPr>
        <p:blipFill rotWithShape="1">
          <a:blip r:embed="rId3">
            <a:alphaModFix/>
          </a:blip>
          <a:srcRect/>
          <a:stretch/>
        </p:blipFill>
        <p:spPr>
          <a:xfrm>
            <a:off x="309284" y="1212124"/>
            <a:ext cx="6777316" cy="5036276"/>
          </a:xfrm>
          <a:prstGeom prst="rect">
            <a:avLst/>
          </a:prstGeom>
          <a:noFill/>
          <a:ln>
            <a:noFill/>
          </a:ln>
        </p:spPr>
      </p:pic>
      <p:pic>
        <p:nvPicPr>
          <p:cNvPr id="205" name="Google Shape;205;p6"/>
          <p:cNvPicPr preferRelativeResize="0"/>
          <p:nvPr/>
        </p:nvPicPr>
        <p:blipFill>
          <a:blip r:embed="rId4">
            <a:alphaModFix/>
          </a:blip>
          <a:stretch>
            <a:fillRect/>
          </a:stretch>
        </p:blipFill>
        <p:spPr>
          <a:xfrm>
            <a:off x="7162800" y="1203300"/>
            <a:ext cx="2133600" cy="1235100"/>
          </a:xfrm>
          <a:prstGeom prst="rect">
            <a:avLst/>
          </a:prstGeom>
          <a:noFill/>
          <a:ln>
            <a:noFill/>
          </a:ln>
        </p:spPr>
      </p:pic>
      <p:pic>
        <p:nvPicPr>
          <p:cNvPr id="206" name="Google Shape;206;p6"/>
          <p:cNvPicPr preferRelativeResize="0"/>
          <p:nvPr/>
        </p:nvPicPr>
        <p:blipFill>
          <a:blip r:embed="rId5">
            <a:alphaModFix/>
          </a:blip>
          <a:stretch>
            <a:fillRect/>
          </a:stretch>
        </p:blipFill>
        <p:spPr>
          <a:xfrm>
            <a:off x="7153275" y="2514600"/>
            <a:ext cx="2143125" cy="2143125"/>
          </a:xfrm>
          <a:prstGeom prst="rect">
            <a:avLst/>
          </a:prstGeom>
          <a:noFill/>
          <a:ln>
            <a:noFill/>
          </a:ln>
        </p:spPr>
      </p:pic>
      <p:pic>
        <p:nvPicPr>
          <p:cNvPr id="207" name="Google Shape;207;p6"/>
          <p:cNvPicPr preferRelativeResize="0"/>
          <p:nvPr/>
        </p:nvPicPr>
        <p:blipFill>
          <a:blip r:embed="rId6">
            <a:alphaModFix/>
          </a:blip>
          <a:stretch>
            <a:fillRect/>
          </a:stretch>
        </p:blipFill>
        <p:spPr>
          <a:xfrm>
            <a:off x="7162800" y="4819600"/>
            <a:ext cx="4680000" cy="792000"/>
          </a:xfrm>
          <a:prstGeom prst="rect">
            <a:avLst/>
          </a:prstGeom>
          <a:noFill/>
          <a:ln>
            <a:noFill/>
          </a:ln>
        </p:spPr>
      </p:pic>
      <p:pic>
        <p:nvPicPr>
          <p:cNvPr id="208" name="Google Shape;208;p6"/>
          <p:cNvPicPr preferRelativeResize="0"/>
          <p:nvPr/>
        </p:nvPicPr>
        <p:blipFill>
          <a:blip r:embed="rId7">
            <a:alphaModFix/>
          </a:blip>
          <a:stretch>
            <a:fillRect/>
          </a:stretch>
        </p:blipFill>
        <p:spPr>
          <a:xfrm>
            <a:off x="9363075" y="2514597"/>
            <a:ext cx="2470200" cy="917503"/>
          </a:xfrm>
          <a:prstGeom prst="rect">
            <a:avLst/>
          </a:prstGeom>
          <a:noFill/>
          <a:ln>
            <a:noFill/>
          </a:ln>
        </p:spPr>
      </p:pic>
      <p:pic>
        <p:nvPicPr>
          <p:cNvPr id="209" name="Google Shape;209;p6"/>
          <p:cNvPicPr preferRelativeResize="0"/>
          <p:nvPr/>
        </p:nvPicPr>
        <p:blipFill>
          <a:blip r:embed="rId8">
            <a:alphaModFix/>
          </a:blip>
          <a:stretch>
            <a:fillRect/>
          </a:stretch>
        </p:blipFill>
        <p:spPr>
          <a:xfrm>
            <a:off x="9372600" y="1173150"/>
            <a:ext cx="2470200" cy="1235100"/>
          </a:xfrm>
          <a:prstGeom prst="rect">
            <a:avLst/>
          </a:prstGeom>
          <a:noFill/>
          <a:ln>
            <a:noFill/>
          </a:ln>
        </p:spPr>
      </p:pic>
      <p:pic>
        <p:nvPicPr>
          <p:cNvPr id="210" name="Google Shape;210;p6"/>
          <p:cNvPicPr preferRelativeResize="0"/>
          <p:nvPr/>
        </p:nvPicPr>
        <p:blipFill>
          <a:blip r:embed="rId9">
            <a:alphaModFix/>
          </a:blip>
          <a:stretch>
            <a:fillRect/>
          </a:stretch>
        </p:blipFill>
        <p:spPr>
          <a:xfrm>
            <a:off x="9363075" y="3819525"/>
            <a:ext cx="2496767" cy="8382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5" name="Google Shape;215;p7"/>
          <p:cNvSpPr txBox="1">
            <a:spLocks noGrp="1"/>
          </p:cNvSpPr>
          <p:nvPr>
            <p:ph type="title"/>
          </p:nvPr>
        </p:nvSpPr>
        <p:spPr>
          <a:xfrm>
            <a:off x="646111" y="452718"/>
            <a:ext cx="9404723" cy="883023"/>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lt2"/>
              </a:buClr>
              <a:buSzPts val="4200"/>
              <a:buFont typeface="Century Gothic"/>
              <a:buNone/>
            </a:pPr>
            <a:r>
              <a:rPr lang="en-US" b="1"/>
              <a:t>What is open-source software?</a:t>
            </a:r>
            <a:br>
              <a:rPr lang="en-US" b="1"/>
            </a:br>
            <a:endParaRPr/>
          </a:p>
        </p:txBody>
      </p:sp>
      <p:sp>
        <p:nvSpPr>
          <p:cNvPr id="216" name="Google Shape;216;p7"/>
          <p:cNvSpPr txBox="1">
            <a:spLocks noGrp="1"/>
          </p:cNvSpPr>
          <p:nvPr>
            <p:ph type="body" idx="1"/>
          </p:nvPr>
        </p:nvSpPr>
        <p:spPr>
          <a:xfrm>
            <a:off x="770965" y="1246094"/>
            <a:ext cx="11178987" cy="5307106"/>
          </a:xfrm>
          <a:prstGeom prst="rect">
            <a:avLst/>
          </a:prstGeom>
          <a:noFill/>
          <a:ln>
            <a:noFill/>
          </a:ln>
        </p:spPr>
        <p:txBody>
          <a:bodyPr spcFirstLastPara="1" wrap="square" lIns="91425" tIns="45700" rIns="91425" bIns="45700" anchor="t" anchorCtr="0">
            <a:normAutofit lnSpcReduction="10000"/>
          </a:bodyPr>
          <a:lstStyle/>
          <a:p>
            <a:pPr marL="342900" lvl="0" indent="-342900" algn="l" rtl="0">
              <a:spcBef>
                <a:spcPts val="0"/>
              </a:spcBef>
              <a:spcAft>
                <a:spcPts val="0"/>
              </a:spcAft>
              <a:buSzPts val="1600"/>
              <a:buChar char="❏"/>
            </a:pPr>
            <a:r>
              <a:rPr lang="en-US"/>
              <a:t>Open-source software is </a:t>
            </a:r>
            <a:r>
              <a:rPr lang="en-US">
                <a:solidFill>
                  <a:srgbClr val="FF9900"/>
                </a:solidFill>
              </a:rPr>
              <a:t>non-proprietary software</a:t>
            </a:r>
            <a:r>
              <a:rPr lang="en-US"/>
              <a:t> that allows anyone to modify, enhance, or simply view the source code behind it. It can enable programmers to work or collaborate on projects created by different teams, companies, and organizations. </a:t>
            </a:r>
            <a:endParaRPr/>
          </a:p>
          <a:p>
            <a:pPr marL="342900" lvl="0" indent="0" algn="l" rtl="0">
              <a:spcBef>
                <a:spcPts val="1000"/>
              </a:spcBef>
              <a:spcAft>
                <a:spcPts val="0"/>
              </a:spcAft>
              <a:buNone/>
            </a:pPr>
            <a:endParaRPr/>
          </a:p>
          <a:p>
            <a:pPr marL="342900" lvl="0" indent="-342900" algn="l" rtl="0">
              <a:spcBef>
                <a:spcPts val="1000"/>
              </a:spcBef>
              <a:spcAft>
                <a:spcPts val="0"/>
              </a:spcAft>
              <a:buSzPts val="1600"/>
              <a:buChar char="❏"/>
            </a:pPr>
            <a:r>
              <a:rPr lang="en-US"/>
              <a:t>Open-source software authors do not view their creations as proprietary and instead </a:t>
            </a:r>
            <a:r>
              <a:rPr lang="en-US">
                <a:solidFill>
                  <a:srgbClr val="FF9900"/>
                </a:solidFill>
              </a:rPr>
              <a:t>release their software under licenses that grant users </a:t>
            </a:r>
            <a:r>
              <a:rPr lang="en-US"/>
              <a:t>with the desire and know-how to view, copy, learn, alter, and share its code.</a:t>
            </a:r>
            <a:endParaRPr/>
          </a:p>
          <a:p>
            <a:pPr marL="342900" lvl="0" indent="0" algn="l" rtl="0">
              <a:spcBef>
                <a:spcPts val="1000"/>
              </a:spcBef>
              <a:spcAft>
                <a:spcPts val="0"/>
              </a:spcAft>
              <a:buNone/>
            </a:pPr>
            <a:endParaRPr/>
          </a:p>
          <a:p>
            <a:pPr marL="342900" lvl="0" indent="-342900" algn="l" rtl="0">
              <a:spcBef>
                <a:spcPts val="1000"/>
              </a:spcBef>
              <a:spcAft>
                <a:spcPts val="0"/>
              </a:spcAft>
              <a:buSzPts val="1440"/>
              <a:buChar char="❏"/>
            </a:pPr>
            <a:r>
              <a:rPr lang="en-US"/>
              <a:t>Open source doesn’t just mean “free”. Lots of companies release their software for </a:t>
            </a:r>
            <a:r>
              <a:rPr lang="en-US">
                <a:solidFill>
                  <a:srgbClr val="FF9900"/>
                </a:solidFill>
              </a:rPr>
              <a:t>free but maintain full copyright ownership of their code</a:t>
            </a:r>
            <a:r>
              <a:rPr lang="en-US"/>
              <a:t>, so other developers aren’t able to modify it. </a:t>
            </a:r>
            <a:endParaRPr/>
          </a:p>
          <a:p>
            <a:pPr marL="342900" lvl="0" indent="0" algn="l" rtl="0">
              <a:spcBef>
                <a:spcPts val="1000"/>
              </a:spcBef>
              <a:spcAft>
                <a:spcPts val="0"/>
              </a:spcAft>
              <a:buNone/>
            </a:pPr>
            <a:endParaRPr/>
          </a:p>
          <a:p>
            <a:pPr marL="342900" lvl="0" indent="-342900" algn="l" rtl="0">
              <a:spcBef>
                <a:spcPts val="1000"/>
              </a:spcBef>
              <a:spcAft>
                <a:spcPts val="0"/>
              </a:spcAft>
              <a:buSzPts val="1440"/>
              <a:buChar char="❏"/>
            </a:pPr>
            <a:r>
              <a:rPr lang="en-US"/>
              <a:t>Successful open source initiatives are built on the hard work of potentially thousands of collaborators who have voluntarily given up their time to create something awesome. (e.g. R and QGIS). </a:t>
            </a:r>
            <a:r>
              <a:rPr lang="en-US">
                <a:solidFill>
                  <a:srgbClr val="FF9900"/>
                </a:solidFill>
              </a:rPr>
              <a:t>R has more than 18,000 packages developed by its community</a:t>
            </a:r>
            <a:endParaRPr>
              <a:solidFill>
                <a:srgbClr val="FF9900"/>
              </a:solidFill>
            </a:endParaRPr>
          </a:p>
          <a:p>
            <a:pPr marL="342900" lvl="0" indent="0" algn="l" rtl="0">
              <a:spcBef>
                <a:spcPts val="1000"/>
              </a:spcBef>
              <a:spcAft>
                <a:spcPts val="0"/>
              </a:spcAft>
              <a:buNone/>
            </a:pP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20"/>
        <p:cNvGrpSpPr/>
        <p:nvPr/>
      </p:nvGrpSpPr>
      <p:grpSpPr>
        <a:xfrm>
          <a:off x="0" y="0"/>
          <a:ext cx="0" cy="0"/>
          <a:chOff x="0" y="0"/>
          <a:chExt cx="0" cy="0"/>
        </a:xfrm>
      </p:grpSpPr>
      <p:sp>
        <p:nvSpPr>
          <p:cNvPr id="221" name="Google Shape;221;p8"/>
          <p:cNvSpPr txBox="1">
            <a:spLocks noGrp="1"/>
          </p:cNvSpPr>
          <p:nvPr>
            <p:ph type="body" idx="1"/>
          </p:nvPr>
        </p:nvSpPr>
        <p:spPr>
          <a:xfrm>
            <a:off x="287325" y="1067502"/>
            <a:ext cx="11761800" cy="3696900"/>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1600"/>
              <a:buChar char="►"/>
            </a:pPr>
            <a:r>
              <a:rPr lang="en-US"/>
              <a:t>Open-source software is non-proprietary software that can allow for collaboration and modification among developers.</a:t>
            </a:r>
            <a:endParaRPr/>
          </a:p>
          <a:p>
            <a:pPr marL="342900" lvl="0" indent="-241300" algn="l" rtl="0">
              <a:spcBef>
                <a:spcPts val="1000"/>
              </a:spcBef>
              <a:spcAft>
                <a:spcPts val="0"/>
              </a:spcAft>
              <a:buSzPts val="1600"/>
              <a:buNone/>
            </a:pPr>
            <a:endParaRPr/>
          </a:p>
          <a:p>
            <a:pPr marL="342900" lvl="0" indent="-342900" algn="l" rtl="0">
              <a:spcBef>
                <a:spcPts val="1000"/>
              </a:spcBef>
              <a:spcAft>
                <a:spcPts val="0"/>
              </a:spcAft>
              <a:buSzPts val="1600"/>
              <a:buChar char="►"/>
            </a:pPr>
            <a:r>
              <a:rPr lang="en-US"/>
              <a:t>Popular open-source software applications include Mozilla Firefox, LibreOffice, and VLC Media Player.</a:t>
            </a:r>
            <a:endParaRPr/>
          </a:p>
          <a:p>
            <a:pPr marL="342900" lvl="0" indent="-241300" algn="l" rtl="0">
              <a:spcBef>
                <a:spcPts val="1000"/>
              </a:spcBef>
              <a:spcAft>
                <a:spcPts val="0"/>
              </a:spcAft>
              <a:buSzPts val="1600"/>
              <a:buNone/>
            </a:pPr>
            <a:endParaRPr/>
          </a:p>
          <a:p>
            <a:pPr marL="342900" lvl="0" indent="-342900" algn="l" rtl="0">
              <a:spcBef>
                <a:spcPts val="1000"/>
              </a:spcBef>
              <a:spcAft>
                <a:spcPts val="0"/>
              </a:spcAft>
              <a:buSzPts val="1600"/>
              <a:buChar char="►"/>
            </a:pPr>
            <a:r>
              <a:rPr lang="en-US" i="1" u="sng"/>
              <a:t>NOTE ::: While many application creators keep the secrets of their technology under lock and key, open-source software (OSS) takes the exact opposite approach, encouraging collaboration, transparency, and community development.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p15"/>
          <p:cNvSpPr txBox="1">
            <a:spLocks noGrp="1"/>
          </p:cNvSpPr>
          <p:nvPr>
            <p:ph type="title"/>
          </p:nvPr>
        </p:nvSpPr>
        <p:spPr>
          <a:xfrm>
            <a:off x="646111" y="452718"/>
            <a:ext cx="9404723" cy="140053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lt2"/>
              </a:buClr>
              <a:buSzPts val="3600"/>
              <a:buFont typeface="Century Gothic"/>
              <a:buNone/>
            </a:pPr>
            <a:r>
              <a:rPr lang="en-US" sz="3600" b="1"/>
              <a:t>Advantages of open-source software</a:t>
            </a:r>
            <a:br>
              <a:rPr lang="en-US" b="1"/>
            </a:br>
            <a:endParaRPr/>
          </a:p>
        </p:txBody>
      </p:sp>
      <p:sp>
        <p:nvSpPr>
          <p:cNvPr id="264" name="Google Shape;264;p15"/>
          <p:cNvSpPr txBox="1">
            <a:spLocks noGrp="1"/>
          </p:cNvSpPr>
          <p:nvPr>
            <p:ph type="body" idx="1"/>
          </p:nvPr>
        </p:nvSpPr>
        <p:spPr>
          <a:xfrm>
            <a:off x="762000" y="1156448"/>
            <a:ext cx="10963835" cy="5441576"/>
          </a:xfrm>
          <a:prstGeom prst="rect">
            <a:avLst/>
          </a:prstGeom>
          <a:noFill/>
          <a:ln>
            <a:noFill/>
          </a:ln>
        </p:spPr>
        <p:txBody>
          <a:bodyPr spcFirstLastPara="1" wrap="square" lIns="91425" tIns="45700" rIns="91425" bIns="45700" anchor="t" anchorCtr="0">
            <a:normAutofit/>
          </a:bodyPr>
          <a:lstStyle/>
          <a:p>
            <a:pPr marL="342900" lvl="0" indent="-342900" algn="l" rtl="0">
              <a:spcBef>
                <a:spcPts val="0"/>
              </a:spcBef>
              <a:spcAft>
                <a:spcPts val="0"/>
              </a:spcAft>
              <a:buSzPts val="1600"/>
              <a:buChar char="►"/>
            </a:pPr>
            <a:r>
              <a:rPr lang="en-US"/>
              <a:t>Open-source software tends to be </a:t>
            </a:r>
            <a:r>
              <a:rPr lang="en-US">
                <a:solidFill>
                  <a:srgbClr val="FF9900"/>
                </a:solidFill>
              </a:rPr>
              <a:t>more flexible</a:t>
            </a:r>
            <a:r>
              <a:rPr lang="en-US"/>
              <a:t> as it offers programmers multiple ways of solving problems and encouraging creative solutions. </a:t>
            </a:r>
            <a:endParaRPr/>
          </a:p>
          <a:p>
            <a:pPr marL="342900" lvl="0" indent="-342900" algn="l" rtl="0">
              <a:spcBef>
                <a:spcPts val="1000"/>
              </a:spcBef>
              <a:spcAft>
                <a:spcPts val="0"/>
              </a:spcAft>
              <a:buSzPts val="1600"/>
              <a:buChar char="►"/>
            </a:pPr>
            <a:r>
              <a:rPr lang="en-US"/>
              <a:t>Improvements and bug fixes on OSS happen much more quickly. Because open-source software allows collaboration, issues and improvements are implemented at a faster pace. </a:t>
            </a:r>
            <a:endParaRPr/>
          </a:p>
          <a:p>
            <a:pPr marL="342900" lvl="0" indent="-342900" algn="l" rtl="0">
              <a:spcBef>
                <a:spcPts val="1000"/>
              </a:spcBef>
              <a:spcAft>
                <a:spcPts val="0"/>
              </a:spcAft>
              <a:buSzPts val="1600"/>
              <a:buChar char="►"/>
            </a:pPr>
            <a:r>
              <a:rPr lang="en-US"/>
              <a:t>It's cost-effective. Generally speaking, proprietary software requires internal employees to work on its source code to keep the information private. Open-source software allows those unaffiliated with the project access without its authors having to pay out for further development. </a:t>
            </a:r>
            <a:endParaRPr/>
          </a:p>
          <a:p>
            <a:pPr marL="342900" lvl="0" indent="-342900" algn="l" rtl="0">
              <a:spcBef>
                <a:spcPts val="1000"/>
              </a:spcBef>
              <a:spcAft>
                <a:spcPts val="0"/>
              </a:spcAft>
              <a:buSzPts val="1600"/>
              <a:buChar char="►"/>
            </a:pPr>
            <a:r>
              <a:rPr lang="en-US"/>
              <a:t>You can attract better talent. If a small business launches open-source software, the ability of all programmers to view and modify it could allow the organization to recruit particularly talented employees.</a:t>
            </a:r>
            <a:endParaRPr/>
          </a:p>
          <a:p>
            <a:pPr marL="342900" lvl="0" indent="-332740" algn="l" rtl="0">
              <a:spcBef>
                <a:spcPts val="1000"/>
              </a:spcBef>
              <a:spcAft>
                <a:spcPts val="0"/>
              </a:spcAft>
              <a:buSzPts val="1440"/>
              <a:buChar char="►"/>
            </a:pPr>
            <a:r>
              <a:rPr lang="en-US">
                <a:solidFill>
                  <a:srgbClr val="FF9900"/>
                </a:solidFill>
              </a:rPr>
              <a:t>It is under constant development with new procedures added daily.</a:t>
            </a:r>
            <a:endParaRPr>
              <a:solidFill>
                <a:srgbClr val="FF9900"/>
              </a:solidFill>
            </a:endParaRPr>
          </a:p>
          <a:p>
            <a:pPr marL="342900" lvl="0" indent="-241300" algn="l" rtl="0">
              <a:spcBef>
                <a:spcPts val="1000"/>
              </a:spcBef>
              <a:spcAft>
                <a:spcPts val="0"/>
              </a:spcAft>
              <a:buSzPts val="1600"/>
              <a:buNone/>
            </a:pP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85"/>
        <p:cNvGrpSpPr/>
        <p:nvPr/>
      </p:nvGrpSpPr>
      <p:grpSpPr>
        <a:xfrm>
          <a:off x="0" y="0"/>
          <a:ext cx="0" cy="0"/>
          <a:chOff x="0" y="0"/>
          <a:chExt cx="0" cy="0"/>
        </a:xfrm>
      </p:grpSpPr>
      <p:pic>
        <p:nvPicPr>
          <p:cNvPr id="286" name="Google Shape;286;gfe1e1d453a_0_21"/>
          <p:cNvPicPr preferRelativeResize="0"/>
          <p:nvPr/>
        </p:nvPicPr>
        <p:blipFill>
          <a:blip r:embed="rId3">
            <a:alphaModFix/>
          </a:blip>
          <a:stretch>
            <a:fillRect/>
          </a:stretch>
        </p:blipFill>
        <p:spPr>
          <a:xfrm>
            <a:off x="123700" y="114800"/>
            <a:ext cx="8138576" cy="5356951"/>
          </a:xfrm>
          <a:prstGeom prst="rect">
            <a:avLst/>
          </a:prstGeom>
          <a:noFill/>
          <a:ln>
            <a:noFill/>
          </a:ln>
        </p:spPr>
      </p:pic>
      <p:pic>
        <p:nvPicPr>
          <p:cNvPr id="287" name="Google Shape;287;gfe1e1d453a_0_21"/>
          <p:cNvPicPr preferRelativeResize="0"/>
          <p:nvPr/>
        </p:nvPicPr>
        <p:blipFill>
          <a:blip r:embed="rId4">
            <a:alphaModFix/>
          </a:blip>
          <a:stretch>
            <a:fillRect/>
          </a:stretch>
        </p:blipFill>
        <p:spPr>
          <a:xfrm>
            <a:off x="8262276" y="114800"/>
            <a:ext cx="3624925" cy="3276799"/>
          </a:xfrm>
          <a:prstGeom prst="rect">
            <a:avLst/>
          </a:prstGeom>
          <a:noFill/>
          <a:ln>
            <a:noFill/>
          </a:ln>
        </p:spPr>
      </p:pic>
      <p:sp>
        <p:nvSpPr>
          <p:cNvPr id="2" name="TextBox 1">
            <a:extLst>
              <a:ext uri="{FF2B5EF4-FFF2-40B4-BE49-F238E27FC236}">
                <a16:creationId xmlns:a16="http://schemas.microsoft.com/office/drawing/2014/main" id="{35CB2A32-4942-4DBF-B5C4-9F4A84696A7B}"/>
              </a:ext>
            </a:extLst>
          </p:cNvPr>
          <p:cNvSpPr txBox="1"/>
          <p:nvPr/>
        </p:nvSpPr>
        <p:spPr>
          <a:xfrm>
            <a:off x="251012" y="5809129"/>
            <a:ext cx="10255623" cy="307777"/>
          </a:xfrm>
          <a:prstGeom prst="rect">
            <a:avLst/>
          </a:prstGeom>
          <a:noFill/>
        </p:spPr>
        <p:txBody>
          <a:bodyPr wrap="square" rtlCol="0">
            <a:spAutoFit/>
          </a:bodyPr>
          <a:lstStyle/>
          <a:p>
            <a:r>
              <a:rPr lang="en-US" dirty="0">
                <a:hlinkClick r:id="rId5"/>
              </a:rPr>
              <a:t>Open Source Alternatives to Proprietary Software</a:t>
            </a: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pic>
        <p:nvPicPr>
          <p:cNvPr id="292" name="Google Shape;292;gfe1e1d453a_0_28"/>
          <p:cNvPicPr preferRelativeResize="0"/>
          <p:nvPr/>
        </p:nvPicPr>
        <p:blipFill>
          <a:blip r:embed="rId3">
            <a:alphaModFix/>
          </a:blip>
          <a:stretch>
            <a:fillRect/>
          </a:stretch>
        </p:blipFill>
        <p:spPr>
          <a:xfrm>
            <a:off x="85450" y="152400"/>
            <a:ext cx="8703333" cy="6553198"/>
          </a:xfrm>
          <a:prstGeom prst="rect">
            <a:avLst/>
          </a:prstGeom>
          <a:noFill/>
          <a:ln>
            <a:noFill/>
          </a:ln>
        </p:spPr>
      </p:pic>
      <p:pic>
        <p:nvPicPr>
          <p:cNvPr id="293" name="Google Shape;293;gfe1e1d453a_0_28"/>
          <p:cNvPicPr preferRelativeResize="0"/>
          <p:nvPr/>
        </p:nvPicPr>
        <p:blipFill>
          <a:blip r:embed="rId4">
            <a:alphaModFix/>
          </a:blip>
          <a:stretch>
            <a:fillRect/>
          </a:stretch>
        </p:blipFill>
        <p:spPr>
          <a:xfrm>
            <a:off x="8874233" y="152400"/>
            <a:ext cx="3098417" cy="2395770"/>
          </a:xfrm>
          <a:prstGeom prst="rect">
            <a:avLst/>
          </a:prstGeom>
          <a:noFill/>
          <a:ln>
            <a:noFill/>
          </a:ln>
        </p:spPr>
      </p:pic>
    </p:spTree>
  </p:cSld>
  <p:clrMapOvr>
    <a:masterClrMapping/>
  </p:clrMapOvr>
</p:sld>
</file>

<file path=ppt/theme/theme1.xml><?xml version="1.0" encoding="utf-8"?>
<a:theme xmlns:a="http://schemas.openxmlformats.org/drawingml/2006/main" name="Ion">
  <a:themeElements>
    <a:clrScheme name="Ion">
      <a:dk1>
        <a:srgbClr val="000000"/>
      </a:dk1>
      <a:lt1>
        <a:srgbClr val="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102</TotalTime>
  <Words>734</Words>
  <Application>Microsoft Office PowerPoint</Application>
  <PresentationFormat>Widescreen</PresentationFormat>
  <Paragraphs>59</Paragraphs>
  <Slides>13</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Century Gothic</vt:lpstr>
      <vt:lpstr>Arial</vt:lpstr>
      <vt:lpstr>Noto Sans Symbols</vt:lpstr>
      <vt:lpstr>Ion</vt:lpstr>
      <vt:lpstr>5 days R programming training</vt:lpstr>
      <vt:lpstr>PowerPoint Presentation</vt:lpstr>
      <vt:lpstr>PowerPoint Presentation</vt:lpstr>
      <vt:lpstr>PowerPoint Presentation</vt:lpstr>
      <vt:lpstr>PowerPoint Presentation</vt:lpstr>
      <vt:lpstr>PowerPoint Presentation</vt:lpstr>
      <vt:lpstr>Tentative training objectives </vt:lpstr>
      <vt:lpstr>Introduction to Open source Software</vt:lpstr>
      <vt:lpstr>What is open-source software? </vt:lpstr>
      <vt:lpstr>PowerPoint Presentation</vt:lpstr>
      <vt:lpstr>Advantages of open-source software </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Dell</dc:creator>
  <cp:lastModifiedBy>Shirish Maharjan</cp:lastModifiedBy>
  <cp:revision>33</cp:revision>
  <dcterms:created xsi:type="dcterms:W3CDTF">2022-08-11T04:42:18Z</dcterms:created>
  <dcterms:modified xsi:type="dcterms:W3CDTF">2026-04-29T08:41:49Z</dcterms:modified>
</cp:coreProperties>
</file>